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Override1.xml" ContentType="application/vnd.openxmlformats-officedocument.themeOverr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462" r:id="rId5"/>
    <p:sldId id="2147475427" r:id="rId6"/>
    <p:sldId id="2147475488" r:id="rId7"/>
    <p:sldId id="2147475461" r:id="rId8"/>
    <p:sldId id="2147475407" r:id="rId9"/>
    <p:sldId id="2147476700" r:id="rId10"/>
    <p:sldId id="2147476724" r:id="rId11"/>
    <p:sldId id="2147475403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89FF55-DA84-41FA-9836-7E97F45E0055}" name="Jordy van Os" initials="JvO" userId="S::jordy.van.os@asml.com::5862e6f9-87c6-4b8b-95a7-86c3ee042f1b" providerId="AD"/>
  <p188:author id="{863FC7C3-C1A3-EC5C-3695-294DF45C241F}" name="Loes Bekker" initials="LB" userId="S::loes.bekker@asml.com::2854cd75-64c6-4e30-b3ce-0baf2d5b43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B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C4620-1007-4DA1-B351-2B2929FBA47B}" v="12" dt="2024-05-07T12:32:14.448"/>
    <p1510:client id="{72E03AD7-8ADF-4C09-B4A9-6F324AB43930}" v="22" dt="2024-05-07T09:46:57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2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12DAC8-9DDC-4286-937D-448C622BF71A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3666AB-F059-4D72-87D8-E200CF633122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nl-NL"/>
            <a:t>Key User Organization</a:t>
          </a:r>
          <a:endParaRPr lang="en-US"/>
        </a:p>
      </dgm:t>
    </dgm:pt>
    <dgm:pt modelId="{98F7FEE2-9EFF-4C8F-A2BD-B0602D8514E5}" type="parTrans" cxnId="{1AB0E751-A350-42B9-983F-11D2F29D5686}">
      <dgm:prSet/>
      <dgm:spPr/>
      <dgm:t>
        <a:bodyPr/>
        <a:lstStyle/>
        <a:p>
          <a:endParaRPr lang="en-US"/>
        </a:p>
      </dgm:t>
    </dgm:pt>
    <dgm:pt modelId="{C7D4234B-5B44-4A12-A748-1980AB22C90E}" type="sibTrans" cxnId="{1AB0E751-A350-42B9-983F-11D2F29D5686}">
      <dgm:prSet/>
      <dgm:spPr/>
      <dgm:t>
        <a:bodyPr/>
        <a:lstStyle/>
        <a:p>
          <a:endParaRPr lang="en-US"/>
        </a:p>
      </dgm:t>
    </dgm:pt>
    <dgm:pt modelId="{C6253672-C763-41A4-BAF9-42C5154BF105}">
      <dgm:prSet phldrT="[Text]" custT="1"/>
      <dgm:spPr>
        <a:solidFill>
          <a:schemeClr val="accent1">
            <a:lumMod val="20000"/>
            <a:lumOff val="8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nl-NL" sz="1800" err="1">
              <a:solidFill>
                <a:schemeClr val="accent1"/>
              </a:solidFill>
            </a:rPr>
            <a:t>Key</a:t>
          </a:r>
          <a:r>
            <a:rPr lang="nl-NL" sz="1800">
              <a:solidFill>
                <a:schemeClr val="accent1"/>
              </a:solidFill>
            </a:rPr>
            <a:t> User</a:t>
          </a:r>
          <a:endParaRPr lang="en-US" sz="1200">
            <a:solidFill>
              <a:schemeClr val="accent1"/>
            </a:solidFill>
          </a:endParaRPr>
        </a:p>
      </dgm:t>
    </dgm:pt>
    <dgm:pt modelId="{CC9E4EF1-F5F4-44EB-8E3A-93F7C9ACAB07}" type="parTrans" cxnId="{4CDF0CAD-2F96-4290-8244-95A62238805F}">
      <dgm:prSet/>
      <dgm:spPr/>
      <dgm:t>
        <a:bodyPr/>
        <a:lstStyle/>
        <a:p>
          <a:endParaRPr lang="en-US"/>
        </a:p>
      </dgm:t>
    </dgm:pt>
    <dgm:pt modelId="{FC167875-45D3-43FA-83A8-8357E4B5E16B}" type="sibTrans" cxnId="{4CDF0CAD-2F96-4290-8244-95A62238805F}">
      <dgm:prSet/>
      <dgm:spPr/>
      <dgm:t>
        <a:bodyPr/>
        <a:lstStyle/>
        <a:p>
          <a:endParaRPr lang="en-US"/>
        </a:p>
      </dgm:t>
    </dgm:pt>
    <dgm:pt modelId="{25B9C040-4E2B-4626-926C-DE01B78E201D}">
      <dgm:prSet phldrT="[Text]" custT="1"/>
      <dgm:spPr/>
      <dgm:t>
        <a:bodyPr/>
        <a:lstStyle/>
        <a:p>
          <a:r>
            <a:rPr lang="en-US" sz="1800"/>
            <a:t>Meeting Host</a:t>
          </a:r>
        </a:p>
      </dgm:t>
    </dgm:pt>
    <dgm:pt modelId="{92B00A47-2534-4657-ADA9-61AE04DCB82D}" type="parTrans" cxnId="{173E4B69-F35F-40A5-A2E6-343523FCBBFD}">
      <dgm:prSet/>
      <dgm:spPr/>
      <dgm:t>
        <a:bodyPr/>
        <a:lstStyle/>
        <a:p>
          <a:endParaRPr lang="en-US"/>
        </a:p>
      </dgm:t>
    </dgm:pt>
    <dgm:pt modelId="{369401AB-333E-427A-804F-BB32A783EA20}" type="sibTrans" cxnId="{173E4B69-F35F-40A5-A2E6-343523FCBBFD}">
      <dgm:prSet/>
      <dgm:spPr/>
      <dgm:t>
        <a:bodyPr/>
        <a:lstStyle/>
        <a:p>
          <a:endParaRPr lang="en-US"/>
        </a:p>
      </dgm:t>
    </dgm:pt>
    <dgm:pt modelId="{E5DAF5FA-F888-4232-A17A-0E2F9CB86581}">
      <dgm:prSet phldrT="[Text]" custT="1"/>
      <dgm:spPr/>
      <dgm:t>
        <a:bodyPr/>
        <a:lstStyle/>
        <a:p>
          <a:r>
            <a:rPr lang="nl-NL" sz="1800"/>
            <a:t>TL/GL/</a:t>
          </a:r>
          <a:r>
            <a:rPr lang="nl-NL" sz="1800" err="1"/>
            <a:t>Staff</a:t>
          </a:r>
          <a:endParaRPr lang="en-US" sz="1800"/>
        </a:p>
      </dgm:t>
    </dgm:pt>
    <dgm:pt modelId="{6257ED7A-B3CC-482D-A123-455213C73F19}" type="parTrans" cxnId="{9A6BBBBF-ECB6-4C2E-BE26-CC64D7415C51}">
      <dgm:prSet/>
      <dgm:spPr/>
      <dgm:t>
        <a:bodyPr/>
        <a:lstStyle/>
        <a:p>
          <a:endParaRPr lang="en-US"/>
        </a:p>
      </dgm:t>
    </dgm:pt>
    <dgm:pt modelId="{4066D579-F81D-4688-855D-5ED4A59A804D}" type="sibTrans" cxnId="{9A6BBBBF-ECB6-4C2E-BE26-CC64D7415C51}">
      <dgm:prSet/>
      <dgm:spPr/>
      <dgm:t>
        <a:bodyPr/>
        <a:lstStyle/>
        <a:p>
          <a:endParaRPr lang="en-US"/>
        </a:p>
      </dgm:t>
    </dgm:pt>
    <dgm:pt modelId="{F47BE11A-3F45-48AE-9456-E205F4F9CBC4}">
      <dgm:prSet phldrT="[Text]" custT="1"/>
      <dgm:spPr/>
      <dgm:t>
        <a:bodyPr/>
        <a:lstStyle/>
        <a:p>
          <a:r>
            <a:rPr lang="nl-NL" sz="1800" err="1"/>
            <a:t>Coordinator</a:t>
          </a:r>
          <a:endParaRPr lang="en-US" sz="1800"/>
        </a:p>
      </dgm:t>
    </dgm:pt>
    <dgm:pt modelId="{1297EC41-3650-43F8-A29D-2ED94FEF8955}" type="parTrans" cxnId="{8A912FA6-593C-4339-8831-96AE4F6D58BF}">
      <dgm:prSet/>
      <dgm:spPr/>
      <dgm:t>
        <a:bodyPr/>
        <a:lstStyle/>
        <a:p>
          <a:endParaRPr lang="nl-NL"/>
        </a:p>
      </dgm:t>
    </dgm:pt>
    <dgm:pt modelId="{6CF1B746-86BF-402F-B118-17E851931FC1}" type="sibTrans" cxnId="{8A912FA6-593C-4339-8831-96AE4F6D58BF}">
      <dgm:prSet/>
      <dgm:spPr/>
      <dgm:t>
        <a:bodyPr/>
        <a:lstStyle/>
        <a:p>
          <a:endParaRPr lang="nl-NL"/>
        </a:p>
      </dgm:t>
    </dgm:pt>
    <dgm:pt modelId="{17D161D5-B23D-4CE4-807C-6E6728ACD8C7}" type="pres">
      <dgm:prSet presAssocID="{9412DAC8-9DDC-4286-937D-448C622BF71A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9D7E5D3-DBAB-4497-B480-22D95A053438}" type="pres">
      <dgm:prSet presAssocID="{9412DAC8-9DDC-4286-937D-448C622BF71A}" presName="matrix" presStyleCnt="0"/>
      <dgm:spPr/>
    </dgm:pt>
    <dgm:pt modelId="{CA6398AE-F555-4203-8E2A-0BBDD196F27E}" type="pres">
      <dgm:prSet presAssocID="{9412DAC8-9DDC-4286-937D-448C622BF71A}" presName="tile1" presStyleLbl="node1" presStyleIdx="0" presStyleCnt="4"/>
      <dgm:spPr/>
    </dgm:pt>
    <dgm:pt modelId="{BDDC11E3-795D-4BB3-9AE2-92EA2F97648C}" type="pres">
      <dgm:prSet presAssocID="{9412DAC8-9DDC-4286-937D-448C622BF71A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C0F57EB-9F0F-4958-A250-09405C2FE639}" type="pres">
      <dgm:prSet presAssocID="{9412DAC8-9DDC-4286-937D-448C622BF71A}" presName="tile2" presStyleLbl="node1" presStyleIdx="1" presStyleCnt="4" custScaleY="101883" custLinFactNeighborX="394" custLinFactNeighborY="800"/>
      <dgm:spPr/>
    </dgm:pt>
    <dgm:pt modelId="{D823B136-376F-427B-B0ED-7A65503604AB}" type="pres">
      <dgm:prSet presAssocID="{9412DAC8-9DDC-4286-937D-448C622BF71A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372DA7C-F574-41C0-B10C-52CD71A14E52}" type="pres">
      <dgm:prSet presAssocID="{9412DAC8-9DDC-4286-937D-448C622BF71A}" presName="tile3" presStyleLbl="node1" presStyleIdx="2" presStyleCnt="4" custLinFactNeighborX="788"/>
      <dgm:spPr/>
    </dgm:pt>
    <dgm:pt modelId="{611079BB-E7DC-43B4-A665-B3D3BEA38BD2}" type="pres">
      <dgm:prSet presAssocID="{9412DAC8-9DDC-4286-937D-448C622BF71A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CDFA276-4A69-45B0-9065-7780B2A72268}" type="pres">
      <dgm:prSet presAssocID="{9412DAC8-9DDC-4286-937D-448C622BF71A}" presName="tile4" presStyleLbl="node1" presStyleIdx="3" presStyleCnt="4" custScaleX="99756" custScaleY="99959" custLinFactNeighborX="164" custLinFactNeighborY="-491"/>
      <dgm:spPr/>
    </dgm:pt>
    <dgm:pt modelId="{79FD9446-ABEB-4DC8-A0D2-4E6B1252C3BF}" type="pres">
      <dgm:prSet presAssocID="{9412DAC8-9DDC-4286-937D-448C622BF71A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2B897ACA-FD79-4E11-9BFE-536DFBB42A1C}" type="pres">
      <dgm:prSet presAssocID="{9412DAC8-9DDC-4286-937D-448C622BF71A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21CE550C-4F3B-4B35-90C2-E38E98030F2D}" type="presOf" srcId="{C6253672-C763-41A4-BAF9-42C5154BF105}" destId="{BDDC11E3-795D-4BB3-9AE2-92EA2F97648C}" srcOrd="1" destOrd="0" presId="urn:microsoft.com/office/officeart/2005/8/layout/matrix1"/>
    <dgm:cxn modelId="{6F7BDE1E-69C1-4EB1-ADCD-57110FF60D3C}" type="presOf" srcId="{E5DAF5FA-F888-4232-A17A-0E2F9CB86581}" destId="{611079BB-E7DC-43B4-A665-B3D3BEA38BD2}" srcOrd="1" destOrd="0" presId="urn:microsoft.com/office/officeart/2005/8/layout/matrix1"/>
    <dgm:cxn modelId="{FAD15A22-444D-45CD-8D7D-59171214BB23}" type="presOf" srcId="{25B9C040-4E2B-4626-926C-DE01B78E201D}" destId="{4C0F57EB-9F0F-4958-A250-09405C2FE639}" srcOrd="0" destOrd="0" presId="urn:microsoft.com/office/officeart/2005/8/layout/matrix1"/>
    <dgm:cxn modelId="{3BF9E136-5A68-4E8D-9C66-57C1D03E3B42}" type="presOf" srcId="{9412DAC8-9DDC-4286-937D-448C622BF71A}" destId="{17D161D5-B23D-4CE4-807C-6E6728ACD8C7}" srcOrd="0" destOrd="0" presId="urn:microsoft.com/office/officeart/2005/8/layout/matrix1"/>
    <dgm:cxn modelId="{CA29DC5E-32D5-4AED-BF8E-AFC95B6901B1}" type="presOf" srcId="{F47BE11A-3F45-48AE-9456-E205F4F9CBC4}" destId="{ACDFA276-4A69-45B0-9065-7780B2A72268}" srcOrd="0" destOrd="0" presId="urn:microsoft.com/office/officeart/2005/8/layout/matrix1"/>
    <dgm:cxn modelId="{173E4B69-F35F-40A5-A2E6-343523FCBBFD}" srcId="{213666AB-F059-4D72-87D8-E200CF633122}" destId="{25B9C040-4E2B-4626-926C-DE01B78E201D}" srcOrd="1" destOrd="0" parTransId="{92B00A47-2534-4657-ADA9-61AE04DCB82D}" sibTransId="{369401AB-333E-427A-804F-BB32A783EA20}"/>
    <dgm:cxn modelId="{7E12274B-403A-4019-9F52-0D8B3BED304E}" type="presOf" srcId="{25B9C040-4E2B-4626-926C-DE01B78E201D}" destId="{D823B136-376F-427B-B0ED-7A65503604AB}" srcOrd="1" destOrd="0" presId="urn:microsoft.com/office/officeart/2005/8/layout/matrix1"/>
    <dgm:cxn modelId="{1AB0E751-A350-42B9-983F-11D2F29D5686}" srcId="{9412DAC8-9DDC-4286-937D-448C622BF71A}" destId="{213666AB-F059-4D72-87D8-E200CF633122}" srcOrd="0" destOrd="0" parTransId="{98F7FEE2-9EFF-4C8F-A2BD-B0602D8514E5}" sibTransId="{C7D4234B-5B44-4A12-A748-1980AB22C90E}"/>
    <dgm:cxn modelId="{75C8E173-8643-4D1B-99B8-726E80875CAB}" type="presOf" srcId="{C6253672-C763-41A4-BAF9-42C5154BF105}" destId="{CA6398AE-F555-4203-8E2A-0BBDD196F27E}" srcOrd="0" destOrd="0" presId="urn:microsoft.com/office/officeart/2005/8/layout/matrix1"/>
    <dgm:cxn modelId="{E4917184-B745-4F5B-BC42-C29CE7675C03}" type="presOf" srcId="{F47BE11A-3F45-48AE-9456-E205F4F9CBC4}" destId="{79FD9446-ABEB-4DC8-A0D2-4E6B1252C3BF}" srcOrd="1" destOrd="0" presId="urn:microsoft.com/office/officeart/2005/8/layout/matrix1"/>
    <dgm:cxn modelId="{BAD0EEA2-90EC-43CE-8FFF-E9B1CA1BBE40}" type="presOf" srcId="{E5DAF5FA-F888-4232-A17A-0E2F9CB86581}" destId="{9372DA7C-F574-41C0-B10C-52CD71A14E52}" srcOrd="0" destOrd="0" presId="urn:microsoft.com/office/officeart/2005/8/layout/matrix1"/>
    <dgm:cxn modelId="{8A912FA6-593C-4339-8831-96AE4F6D58BF}" srcId="{213666AB-F059-4D72-87D8-E200CF633122}" destId="{F47BE11A-3F45-48AE-9456-E205F4F9CBC4}" srcOrd="3" destOrd="0" parTransId="{1297EC41-3650-43F8-A29D-2ED94FEF8955}" sibTransId="{6CF1B746-86BF-402F-B118-17E851931FC1}"/>
    <dgm:cxn modelId="{4CDF0CAD-2F96-4290-8244-95A62238805F}" srcId="{213666AB-F059-4D72-87D8-E200CF633122}" destId="{C6253672-C763-41A4-BAF9-42C5154BF105}" srcOrd="0" destOrd="0" parTransId="{CC9E4EF1-F5F4-44EB-8E3A-93F7C9ACAB07}" sibTransId="{FC167875-45D3-43FA-83A8-8357E4B5E16B}"/>
    <dgm:cxn modelId="{9A6BBBBF-ECB6-4C2E-BE26-CC64D7415C51}" srcId="{213666AB-F059-4D72-87D8-E200CF633122}" destId="{E5DAF5FA-F888-4232-A17A-0E2F9CB86581}" srcOrd="2" destOrd="0" parTransId="{6257ED7A-B3CC-482D-A123-455213C73F19}" sibTransId="{4066D579-F81D-4688-855D-5ED4A59A804D}"/>
    <dgm:cxn modelId="{1BDB9FD9-645E-4B48-AF17-DA94EEBF5935}" type="presOf" srcId="{213666AB-F059-4D72-87D8-E200CF633122}" destId="{2B897ACA-FD79-4E11-9BFE-536DFBB42A1C}" srcOrd="0" destOrd="0" presId="urn:microsoft.com/office/officeart/2005/8/layout/matrix1"/>
    <dgm:cxn modelId="{CC3D4FFB-F4FF-42B0-8101-8B77D1B2FF9A}" type="presParOf" srcId="{17D161D5-B23D-4CE4-807C-6E6728ACD8C7}" destId="{F9D7E5D3-DBAB-4497-B480-22D95A053438}" srcOrd="0" destOrd="0" presId="urn:microsoft.com/office/officeart/2005/8/layout/matrix1"/>
    <dgm:cxn modelId="{30642863-650D-4416-B595-C4B7657FAE78}" type="presParOf" srcId="{F9D7E5D3-DBAB-4497-B480-22D95A053438}" destId="{CA6398AE-F555-4203-8E2A-0BBDD196F27E}" srcOrd="0" destOrd="0" presId="urn:microsoft.com/office/officeart/2005/8/layout/matrix1"/>
    <dgm:cxn modelId="{D27F2E1D-A4C7-40C2-AA39-78A2730884EF}" type="presParOf" srcId="{F9D7E5D3-DBAB-4497-B480-22D95A053438}" destId="{BDDC11E3-795D-4BB3-9AE2-92EA2F97648C}" srcOrd="1" destOrd="0" presId="urn:microsoft.com/office/officeart/2005/8/layout/matrix1"/>
    <dgm:cxn modelId="{41AFE1A5-D5E6-4AB6-90D1-5D5EC7249F91}" type="presParOf" srcId="{F9D7E5D3-DBAB-4497-B480-22D95A053438}" destId="{4C0F57EB-9F0F-4958-A250-09405C2FE639}" srcOrd="2" destOrd="0" presId="urn:microsoft.com/office/officeart/2005/8/layout/matrix1"/>
    <dgm:cxn modelId="{A4532FDC-B003-46CD-9C47-702998E60578}" type="presParOf" srcId="{F9D7E5D3-DBAB-4497-B480-22D95A053438}" destId="{D823B136-376F-427B-B0ED-7A65503604AB}" srcOrd="3" destOrd="0" presId="urn:microsoft.com/office/officeart/2005/8/layout/matrix1"/>
    <dgm:cxn modelId="{00F0626B-CE5E-4B1C-BF05-867E741C80D2}" type="presParOf" srcId="{F9D7E5D3-DBAB-4497-B480-22D95A053438}" destId="{9372DA7C-F574-41C0-B10C-52CD71A14E52}" srcOrd="4" destOrd="0" presId="urn:microsoft.com/office/officeart/2005/8/layout/matrix1"/>
    <dgm:cxn modelId="{B393D99F-D4C1-4A33-B1B8-ED33A0A51449}" type="presParOf" srcId="{F9D7E5D3-DBAB-4497-B480-22D95A053438}" destId="{611079BB-E7DC-43B4-A665-B3D3BEA38BD2}" srcOrd="5" destOrd="0" presId="urn:microsoft.com/office/officeart/2005/8/layout/matrix1"/>
    <dgm:cxn modelId="{9996FF20-6E69-47CD-913F-8D3811B4FAEC}" type="presParOf" srcId="{F9D7E5D3-DBAB-4497-B480-22D95A053438}" destId="{ACDFA276-4A69-45B0-9065-7780B2A72268}" srcOrd="6" destOrd="0" presId="urn:microsoft.com/office/officeart/2005/8/layout/matrix1"/>
    <dgm:cxn modelId="{F35DFDAC-C2E3-4586-9FCD-8DD0F3A7F38B}" type="presParOf" srcId="{F9D7E5D3-DBAB-4497-B480-22D95A053438}" destId="{79FD9446-ABEB-4DC8-A0D2-4E6B1252C3BF}" srcOrd="7" destOrd="0" presId="urn:microsoft.com/office/officeart/2005/8/layout/matrix1"/>
    <dgm:cxn modelId="{B4F288EE-C154-4050-8E70-54394EDE1EBD}" type="presParOf" srcId="{17D161D5-B23D-4CE4-807C-6E6728ACD8C7}" destId="{2B897ACA-FD79-4E11-9BFE-536DFBB42A1C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398AE-F555-4203-8E2A-0BBDD196F27E}">
      <dsp:nvSpPr>
        <dsp:cNvPr id="0" name=""/>
        <dsp:cNvSpPr/>
      </dsp:nvSpPr>
      <dsp:spPr>
        <a:xfrm rot="16200000">
          <a:off x="371499" y="-365899"/>
          <a:ext cx="1189754" cy="1932754"/>
        </a:xfrm>
        <a:prstGeom prst="round1Rect">
          <a:avLst/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bg1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800" kern="1200" err="1">
              <a:solidFill>
                <a:schemeClr val="accent1"/>
              </a:solidFill>
            </a:rPr>
            <a:t>Key</a:t>
          </a:r>
          <a:r>
            <a:rPr lang="nl-NL" sz="1800" kern="1200">
              <a:solidFill>
                <a:schemeClr val="accent1"/>
              </a:solidFill>
            </a:rPr>
            <a:t> User</a:t>
          </a:r>
          <a:endParaRPr lang="en-US" sz="1200" kern="1200">
            <a:solidFill>
              <a:schemeClr val="accent1"/>
            </a:solidFill>
          </a:endParaRPr>
        </a:p>
      </dsp:txBody>
      <dsp:txXfrm rot="5400000">
        <a:off x="0" y="5601"/>
        <a:ext cx="1932754" cy="892315"/>
      </dsp:txXfrm>
    </dsp:sp>
    <dsp:sp modelId="{4C0F57EB-9F0F-4958-A250-09405C2FE639}">
      <dsp:nvSpPr>
        <dsp:cNvPr id="0" name=""/>
        <dsp:cNvSpPr/>
      </dsp:nvSpPr>
      <dsp:spPr>
        <a:xfrm>
          <a:off x="1932754" y="3917"/>
          <a:ext cx="1932754" cy="1212157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Meeting Host</a:t>
          </a:r>
        </a:p>
      </dsp:txBody>
      <dsp:txXfrm>
        <a:off x="1932754" y="3917"/>
        <a:ext cx="1932754" cy="909118"/>
      </dsp:txXfrm>
    </dsp:sp>
    <dsp:sp modelId="{9372DA7C-F574-41C0-B10C-52CD71A14E52}">
      <dsp:nvSpPr>
        <dsp:cNvPr id="0" name=""/>
        <dsp:cNvSpPr/>
      </dsp:nvSpPr>
      <dsp:spPr>
        <a:xfrm rot="10800000">
          <a:off x="15230" y="1195355"/>
          <a:ext cx="1932754" cy="1189754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800" kern="1200"/>
            <a:t>TL/GL/</a:t>
          </a:r>
          <a:r>
            <a:rPr lang="nl-NL" sz="1800" kern="1200" err="1"/>
            <a:t>Staff</a:t>
          </a:r>
          <a:endParaRPr lang="en-US" sz="1800" kern="1200"/>
        </a:p>
      </dsp:txBody>
      <dsp:txXfrm rot="10800000">
        <a:off x="15230" y="1492793"/>
        <a:ext cx="1932754" cy="892315"/>
      </dsp:txXfrm>
    </dsp:sp>
    <dsp:sp modelId="{ACDFA276-4A69-45B0-9065-7780B2A72268}">
      <dsp:nvSpPr>
        <dsp:cNvPr id="0" name=""/>
        <dsp:cNvSpPr/>
      </dsp:nvSpPr>
      <dsp:spPr>
        <a:xfrm rot="5400000">
          <a:off x="2306856" y="820371"/>
          <a:ext cx="1189266" cy="192803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800" kern="1200" err="1"/>
            <a:t>Coordinator</a:t>
          </a:r>
          <a:endParaRPr lang="en-US" sz="1800" kern="1200"/>
        </a:p>
      </dsp:txBody>
      <dsp:txXfrm rot="-5400000">
        <a:off x="1937470" y="1487073"/>
        <a:ext cx="1928038" cy="891950"/>
      </dsp:txXfrm>
    </dsp:sp>
    <dsp:sp modelId="{2B897ACA-FD79-4E11-9BFE-536DFBB42A1C}">
      <dsp:nvSpPr>
        <dsp:cNvPr id="0" name=""/>
        <dsp:cNvSpPr/>
      </dsp:nvSpPr>
      <dsp:spPr>
        <a:xfrm>
          <a:off x="1352928" y="892315"/>
          <a:ext cx="1159652" cy="594877"/>
        </a:xfrm>
        <a:prstGeom prst="roundRect">
          <a:avLst/>
        </a:prstGeom>
        <a:solidFill>
          <a:schemeClr val="bg1">
            <a:lumMod val="95000"/>
          </a:schemeClr>
        </a:solidFill>
        <a:ln w="19050" cap="flat" cmpd="sng" algn="ctr">
          <a:solidFill>
            <a:schemeClr val="bg1"/>
          </a:solidFill>
          <a:prstDash val="solid"/>
          <a:miter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300" kern="1200"/>
            <a:t>Key User Organization</a:t>
          </a:r>
          <a:endParaRPr lang="en-US" sz="1300" kern="1200"/>
        </a:p>
      </dsp:txBody>
      <dsp:txXfrm>
        <a:off x="1381968" y="921355"/>
        <a:ext cx="1101572" cy="5367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D78AA-A1E1-4FF9-A3A2-DE5611397C8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9D876-8768-4709-9211-5B31D4AE5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5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041400"/>
            <a:ext cx="5989637" cy="3368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mgt applications!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header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A13A0D2-6E67-4944-A01A-B099FC8B9EE8}" type="datetime4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April 23, 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29D5E52-2129-4526-A67E-44A5DCA639D6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9883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041400"/>
            <a:ext cx="5989637" cy="3368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header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658EC27-0245-4AF2-B202-B3DBFC05E02B}" type="datetime4">
              <a:rPr kumimoji="0" lang="nl-NL" sz="1000" b="0" i="0" u="none" strike="noStrike" kern="1200" cap="none" spc="0" normalizeH="0" baseline="0" noProof="0" smtClean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 april 2026</a:t>
            </a:fld>
            <a:endParaRPr kumimoji="0" lang="nl-NL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29D5E52-2129-4526-A67E-44A5DCA639D6}" type="slidenum">
              <a:rPr kumimoji="0" lang="nl-NL" sz="1000" b="0" i="0" u="none" strike="noStrike" kern="1200" cap="none" spc="0" normalizeH="0" baseline="0" noProof="0" smtClean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308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041400"/>
            <a:ext cx="5989637" cy="3368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header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658EC27-0245-4AF2-B202-B3DBFC05E02B}" type="datetime4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April 23, 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29D5E52-2129-4526-A67E-44A5DCA639D6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9705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041400"/>
            <a:ext cx="5989637" cy="3368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Voice over – </a:t>
            </a:r>
            <a:r>
              <a:rPr lang="en-US" b="1" err="1"/>
              <a:t>Lijstje</a:t>
            </a:r>
            <a:r>
              <a:rPr lang="en-US" b="1"/>
              <a:t> benefit</a:t>
            </a:r>
          </a:p>
          <a:p>
            <a:pPr marL="228600" marR="0" lvl="0" indent="-228600" algn="l" defTabSz="37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AutoNum type="arabicPeriod"/>
              <a:tabLst/>
              <a:defRPr/>
            </a:pPr>
            <a:r>
              <a:rPr lang="nl-NL" sz="1800">
                <a:effectLst/>
                <a:latin typeface="Segoe UI" panose="020B0502040204020203" pitchFamily="34" charset="0"/>
              </a:rPr>
              <a:t>Leidt tot (1) meer verbetervoorstellen en (2) ook minder tijd/effort om voorstellen te doen</a:t>
            </a:r>
            <a:endParaRPr lang="en-US" sz="1800">
              <a:effectLst/>
              <a:latin typeface="Segoe UI" panose="020B0502040204020203" pitchFamily="34" charset="0"/>
            </a:endParaRPr>
          </a:p>
          <a:p>
            <a:pPr marL="228600" indent="-228600">
              <a:buAutoNum type="arabicPeriod"/>
            </a:pPr>
            <a:r>
              <a:rPr lang="nl-NL" sz="1800">
                <a:effectLst/>
                <a:latin typeface="Segoe UI" panose="020B0502040204020203" pitchFamily="34" charset="0"/>
              </a:rPr>
              <a:t>Leidt tot nieuwe inzichten die van alles op kunnen leveren (awareness in dingen, handigheidjes, nieuwe verbeteringen, IT die dingen oplost).</a:t>
            </a:r>
          </a:p>
          <a:p>
            <a:pPr marL="228600" indent="-228600">
              <a:buAutoNum type="arabicPeriod"/>
            </a:pPr>
            <a:r>
              <a:rPr lang="en-US" sz="1800" err="1">
                <a:effectLst/>
                <a:latin typeface="Segoe UI" panose="020B0502040204020203" pitchFamily="34" charset="0"/>
              </a:rPr>
              <a:t>Voorbeelden</a:t>
            </a:r>
            <a:r>
              <a:rPr lang="en-US" sz="1800">
                <a:effectLst/>
                <a:latin typeface="Segoe UI" panose="020B0502040204020203" pitchFamily="34" charset="0"/>
              </a:rPr>
              <a:t> </a:t>
            </a:r>
            <a:r>
              <a:rPr lang="en-US" sz="1800" err="1">
                <a:effectLst/>
                <a:latin typeface="Segoe UI" panose="020B0502040204020203" pitchFamily="34" charset="0"/>
              </a:rPr>
              <a:t>belangrijk</a:t>
            </a:r>
            <a:r>
              <a:rPr lang="en-US" sz="1800">
                <a:effectLst/>
                <a:latin typeface="Segoe UI" panose="020B0502040204020203" pitchFamily="34" charset="0"/>
              </a:rPr>
              <a:t> </a:t>
            </a:r>
            <a:r>
              <a:rPr lang="en-US" sz="1800" err="1">
                <a:effectLst/>
                <a:latin typeface="Segoe UI" panose="020B0502040204020203" pitchFamily="34" charset="0"/>
              </a:rPr>
              <a:t>hier</a:t>
            </a:r>
            <a:r>
              <a:rPr lang="en-US" sz="1800">
                <a:effectLst/>
                <a:latin typeface="Segoe UI" panose="020B0502040204020203" pitchFamily="34" charset="0"/>
              </a:rPr>
              <a:t>. </a:t>
            </a:r>
            <a:r>
              <a:rPr lang="nl-NL" sz="1800">
                <a:effectLst/>
                <a:latin typeface="Segoe UI" panose="020B0502040204020203" pitchFamily="34" charset="0"/>
              </a:rPr>
              <a:t>V.b. </a:t>
            </a:r>
            <a:r>
              <a:rPr lang="nl-NL" sz="1800" err="1">
                <a:effectLst/>
                <a:latin typeface="Segoe UI" panose="020B0502040204020203" pitchFamily="34" charset="0"/>
              </a:rPr>
              <a:t>NiceLabel</a:t>
            </a:r>
            <a:r>
              <a:rPr lang="nl-NL" sz="1800">
                <a:effectLst/>
                <a:latin typeface="Segoe UI" panose="020B0502040204020203" pitchFamily="34" charset="0"/>
              </a:rPr>
              <a:t>, </a:t>
            </a:r>
            <a:endParaRPr lang="en-US" sz="1800">
              <a:effectLst/>
              <a:latin typeface="Segoe UI" panose="020B0502040204020203" pitchFamily="34" charset="0"/>
            </a:endParaRPr>
          </a:p>
          <a:p>
            <a:pPr marL="228600" marR="0" lvl="0" indent="-228600" algn="l" defTabSz="37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AutoNum type="arabicPeriod"/>
              <a:tabLst/>
              <a:defRPr/>
            </a:pPr>
            <a:r>
              <a:rPr lang="nl-NL" sz="1800">
                <a:effectLst/>
                <a:latin typeface="Segoe UI" panose="020B0502040204020203" pitchFamily="34" charset="0"/>
              </a:rPr>
              <a:t>Van IT/ MM. Wat zit er aan te komen, waarvoor willen we input en wat is </a:t>
            </a:r>
            <a:r>
              <a:rPr lang="nl-NL" sz="1800" err="1">
                <a:effectLst/>
                <a:latin typeface="Segoe UI" panose="020B0502040204020203" pitchFamily="34" charset="0"/>
              </a:rPr>
              <a:t>gedeployed</a:t>
            </a:r>
            <a:r>
              <a:rPr lang="nl-NL" sz="1800">
                <a:effectLst/>
                <a:latin typeface="Segoe UI" panose="020B0502040204020203" pitchFamily="34" charset="0"/>
              </a:rPr>
              <a:t>? SNOW button POD.</a:t>
            </a:r>
            <a:endParaRPr lang="nl-NL" sz="1800"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nl-NL" sz="1800">
                <a:effectLst/>
                <a:latin typeface="Segoe UI" panose="020B0502040204020203" pitchFamily="34" charset="0"/>
              </a:rPr>
              <a:t>Helpt heel erg voor </a:t>
            </a:r>
            <a:r>
              <a:rPr lang="nl-NL" sz="1800" err="1">
                <a:effectLst/>
                <a:latin typeface="Segoe UI" panose="020B0502040204020203" pitchFamily="34" charset="0"/>
              </a:rPr>
              <a:t>key</a:t>
            </a:r>
            <a:r>
              <a:rPr lang="nl-NL" sz="1800">
                <a:effectLst/>
                <a:latin typeface="Segoe UI" panose="020B0502040204020203" pitchFamily="34" charset="0"/>
              </a:rPr>
              <a:t> users maar ook voor eindgebruikers om sneller antwoorden te krijgen op vragen (</a:t>
            </a:r>
            <a:r>
              <a:rPr lang="nl-NL" sz="1800" err="1">
                <a:effectLst/>
                <a:latin typeface="Segoe UI" panose="020B0502040204020203" pitchFamily="34" charset="0"/>
              </a:rPr>
              <a:t>how</a:t>
            </a:r>
            <a:r>
              <a:rPr lang="nl-NL" sz="1800">
                <a:effectLst/>
                <a:latin typeface="Segoe UI" panose="020B0502040204020203" pitchFamily="34" charset="0"/>
              </a:rPr>
              <a:t> </a:t>
            </a:r>
            <a:r>
              <a:rPr lang="nl-NL" sz="1800" err="1">
                <a:effectLst/>
                <a:latin typeface="Segoe UI" panose="020B0502040204020203" pitchFamily="34" charset="0"/>
              </a:rPr>
              <a:t>to's</a:t>
            </a:r>
            <a:r>
              <a:rPr lang="nl-NL" sz="1800">
                <a:effectLst/>
                <a:latin typeface="Segoe UI" panose="020B0502040204020203" pitchFamily="34" charset="0"/>
              </a:rPr>
              <a:t>, access, etc.)</a:t>
            </a:r>
          </a:p>
          <a:p>
            <a:pPr marL="228600" marR="0" lvl="0" indent="-228600" algn="l" defTabSz="37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AutoNum type="arabicPeriod"/>
              <a:tabLst/>
              <a:defRPr/>
            </a:pPr>
            <a:r>
              <a:rPr lang="nl-NL" sz="1800">
                <a:effectLst/>
                <a:latin typeface="Segoe UI" panose="020B0502040204020203" pitchFamily="34" charset="0"/>
              </a:rPr>
              <a:t>Voorbeeld = coach safe button, ook demo toevoegen</a:t>
            </a:r>
            <a:endParaRPr lang="nl-NL" sz="1800">
              <a:effectLst/>
              <a:latin typeface="Arial" panose="020B0604020202020204" pitchFamily="34" charset="0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header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658EC27-0245-4AF2-B202-B3DBFC05E02B}" type="datetime4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April 23, 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29D5E52-2129-4526-A67E-44A5DCA639D6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7312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041400"/>
            <a:ext cx="5989637" cy="3368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Voice over – </a:t>
            </a:r>
            <a:r>
              <a:rPr lang="en-US" b="1" err="1"/>
              <a:t>Lijstje</a:t>
            </a:r>
            <a:r>
              <a:rPr lang="en-US" b="1"/>
              <a:t> benefit</a:t>
            </a:r>
          </a:p>
          <a:p>
            <a:pPr marL="228600" marR="0" lvl="0" indent="-228600" algn="l" defTabSz="37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AutoNum type="arabicPeriod"/>
              <a:tabLst/>
              <a:defRPr/>
            </a:pPr>
            <a:r>
              <a:rPr lang="nl-NL" sz="1800">
                <a:effectLst/>
                <a:latin typeface="Segoe UI" panose="020B0502040204020203" pitchFamily="34" charset="0"/>
              </a:rPr>
              <a:t>Leidt tot (1) meer verbetervoorstellen en (2) ook minder tijd/effort om voorstellen te doen</a:t>
            </a:r>
            <a:endParaRPr lang="en-US" sz="1800">
              <a:effectLst/>
              <a:latin typeface="Segoe UI" panose="020B0502040204020203" pitchFamily="34" charset="0"/>
            </a:endParaRPr>
          </a:p>
          <a:p>
            <a:pPr marL="228600" indent="-228600">
              <a:buAutoNum type="arabicPeriod"/>
            </a:pPr>
            <a:r>
              <a:rPr lang="nl-NL" sz="1800">
                <a:effectLst/>
                <a:latin typeface="Segoe UI" panose="020B0502040204020203" pitchFamily="34" charset="0"/>
              </a:rPr>
              <a:t>Leidt tot nieuwe inzichten die van alles op kunnen leveren (awareness in dingen, handigheidjes, nieuwe verbeteringen, IT die dingen oplost).</a:t>
            </a:r>
          </a:p>
          <a:p>
            <a:pPr marL="228600" indent="-228600">
              <a:buAutoNum type="arabicPeriod"/>
            </a:pPr>
            <a:r>
              <a:rPr lang="en-US" sz="1800" err="1">
                <a:effectLst/>
                <a:latin typeface="Segoe UI" panose="020B0502040204020203" pitchFamily="34" charset="0"/>
              </a:rPr>
              <a:t>Voorbeelden</a:t>
            </a:r>
            <a:r>
              <a:rPr lang="en-US" sz="1800">
                <a:effectLst/>
                <a:latin typeface="Segoe UI" panose="020B0502040204020203" pitchFamily="34" charset="0"/>
              </a:rPr>
              <a:t> </a:t>
            </a:r>
            <a:r>
              <a:rPr lang="en-US" sz="1800" err="1">
                <a:effectLst/>
                <a:latin typeface="Segoe UI" panose="020B0502040204020203" pitchFamily="34" charset="0"/>
              </a:rPr>
              <a:t>belangrijk</a:t>
            </a:r>
            <a:r>
              <a:rPr lang="en-US" sz="1800">
                <a:effectLst/>
                <a:latin typeface="Segoe UI" panose="020B0502040204020203" pitchFamily="34" charset="0"/>
              </a:rPr>
              <a:t> </a:t>
            </a:r>
            <a:r>
              <a:rPr lang="en-US" sz="1800" err="1">
                <a:effectLst/>
                <a:latin typeface="Segoe UI" panose="020B0502040204020203" pitchFamily="34" charset="0"/>
              </a:rPr>
              <a:t>hier</a:t>
            </a:r>
            <a:r>
              <a:rPr lang="en-US" sz="1800">
                <a:effectLst/>
                <a:latin typeface="Segoe UI" panose="020B0502040204020203" pitchFamily="34" charset="0"/>
              </a:rPr>
              <a:t>. </a:t>
            </a:r>
            <a:r>
              <a:rPr lang="nl-NL" sz="1800">
                <a:effectLst/>
                <a:latin typeface="Segoe UI" panose="020B0502040204020203" pitchFamily="34" charset="0"/>
              </a:rPr>
              <a:t>V.b. </a:t>
            </a:r>
            <a:r>
              <a:rPr lang="nl-NL" sz="1800" err="1">
                <a:effectLst/>
                <a:latin typeface="Segoe UI" panose="020B0502040204020203" pitchFamily="34" charset="0"/>
              </a:rPr>
              <a:t>NiceLabel</a:t>
            </a:r>
            <a:r>
              <a:rPr lang="nl-NL" sz="1800">
                <a:effectLst/>
                <a:latin typeface="Segoe UI" panose="020B0502040204020203" pitchFamily="34" charset="0"/>
              </a:rPr>
              <a:t>, </a:t>
            </a:r>
            <a:endParaRPr lang="en-US" sz="1800">
              <a:effectLst/>
              <a:latin typeface="Segoe UI" panose="020B0502040204020203" pitchFamily="34" charset="0"/>
            </a:endParaRPr>
          </a:p>
          <a:p>
            <a:pPr marL="228600" marR="0" lvl="0" indent="-228600" algn="l" defTabSz="37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AutoNum type="arabicPeriod"/>
              <a:tabLst/>
              <a:defRPr/>
            </a:pPr>
            <a:r>
              <a:rPr lang="nl-NL" sz="1800">
                <a:effectLst/>
                <a:latin typeface="Segoe UI" panose="020B0502040204020203" pitchFamily="34" charset="0"/>
              </a:rPr>
              <a:t>Van IT/ MM. Wat zit er aan te komen, waarvoor willen we input en wat is </a:t>
            </a:r>
            <a:r>
              <a:rPr lang="nl-NL" sz="1800" err="1">
                <a:effectLst/>
                <a:latin typeface="Segoe UI" panose="020B0502040204020203" pitchFamily="34" charset="0"/>
              </a:rPr>
              <a:t>gedeployed</a:t>
            </a:r>
            <a:r>
              <a:rPr lang="nl-NL" sz="1800">
                <a:effectLst/>
                <a:latin typeface="Segoe UI" panose="020B0502040204020203" pitchFamily="34" charset="0"/>
              </a:rPr>
              <a:t>? SNOW button POD.</a:t>
            </a:r>
            <a:endParaRPr lang="nl-NL" sz="1800"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nl-NL" sz="1800">
                <a:effectLst/>
                <a:latin typeface="Segoe UI" panose="020B0502040204020203" pitchFamily="34" charset="0"/>
              </a:rPr>
              <a:t>Helpt heel erg voor </a:t>
            </a:r>
            <a:r>
              <a:rPr lang="nl-NL" sz="1800" err="1">
                <a:effectLst/>
                <a:latin typeface="Segoe UI" panose="020B0502040204020203" pitchFamily="34" charset="0"/>
              </a:rPr>
              <a:t>key</a:t>
            </a:r>
            <a:r>
              <a:rPr lang="nl-NL" sz="1800">
                <a:effectLst/>
                <a:latin typeface="Segoe UI" panose="020B0502040204020203" pitchFamily="34" charset="0"/>
              </a:rPr>
              <a:t> users maar ook voor eindgebruikers om sneller antwoorden te krijgen op vragen (</a:t>
            </a:r>
            <a:r>
              <a:rPr lang="nl-NL" sz="1800" err="1">
                <a:effectLst/>
                <a:latin typeface="Segoe UI" panose="020B0502040204020203" pitchFamily="34" charset="0"/>
              </a:rPr>
              <a:t>how</a:t>
            </a:r>
            <a:r>
              <a:rPr lang="nl-NL" sz="1800">
                <a:effectLst/>
                <a:latin typeface="Segoe UI" panose="020B0502040204020203" pitchFamily="34" charset="0"/>
              </a:rPr>
              <a:t> </a:t>
            </a:r>
            <a:r>
              <a:rPr lang="nl-NL" sz="1800" err="1">
                <a:effectLst/>
                <a:latin typeface="Segoe UI" panose="020B0502040204020203" pitchFamily="34" charset="0"/>
              </a:rPr>
              <a:t>to's</a:t>
            </a:r>
            <a:r>
              <a:rPr lang="nl-NL" sz="1800">
                <a:effectLst/>
                <a:latin typeface="Segoe UI" panose="020B0502040204020203" pitchFamily="34" charset="0"/>
              </a:rPr>
              <a:t>, access, etc.)</a:t>
            </a:r>
          </a:p>
          <a:p>
            <a:pPr marL="228600" marR="0" lvl="0" indent="-228600" algn="l" defTabSz="37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AutoNum type="arabicPeriod"/>
              <a:tabLst/>
              <a:defRPr/>
            </a:pPr>
            <a:r>
              <a:rPr lang="nl-NL" sz="1800">
                <a:effectLst/>
                <a:latin typeface="Segoe UI" panose="020B0502040204020203" pitchFamily="34" charset="0"/>
              </a:rPr>
              <a:t>Voorbeeld = coach safe button, ook demo toevoegen</a:t>
            </a:r>
            <a:endParaRPr lang="nl-NL" sz="1800">
              <a:effectLst/>
              <a:latin typeface="Arial" panose="020B0604020202020204" pitchFamily="34" charset="0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header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658EC27-0245-4AF2-B202-B3DBFC05E02B}" type="datetime4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April 23, 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29D5E52-2129-4526-A67E-44A5DCA639D6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4083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041400"/>
            <a:ext cx="5989637" cy="3368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header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658EC27-0245-4AF2-B202-B3DBFC05E02B}" type="datetime4">
              <a:rPr kumimoji="0" lang="nl-NL" sz="1000" b="0" i="0" u="none" strike="noStrike" kern="1200" cap="none" spc="0" normalizeH="0" baseline="0" noProof="0" smtClean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 april 2026</a:t>
            </a:fld>
            <a:endParaRPr kumimoji="0" lang="nl-NL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 native PPT "Header and Footer" to set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29D5E52-2129-4526-A67E-44A5DCA639D6}" type="slidenum">
              <a:rPr kumimoji="0" lang="nl-NL" sz="1000" b="0" i="0" u="none" strike="noStrike" kern="1200" cap="none" spc="0" normalizeH="0" baseline="0" noProof="0" smtClean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sz="1000" b="0" i="0" u="none" strike="noStrike" kern="1200" cap="none" spc="0" normalizeH="0" baseline="0" noProof="0">
              <a:ln>
                <a:noFill/>
              </a:ln>
              <a:solidFill>
                <a:srgbClr val="5A5B5E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8224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041400"/>
            <a:ext cx="5989637" cy="3368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CHANGED wk2351.</a:t>
            </a:r>
          </a:p>
          <a:p>
            <a:endParaRPr lang="en-US" b="1"/>
          </a:p>
          <a:p>
            <a:r>
              <a:rPr lang="en-US" b="1"/>
              <a:t>Voiceover</a:t>
            </a:r>
          </a:p>
          <a:p>
            <a:endParaRPr lang="en-US"/>
          </a:p>
          <a:p>
            <a:r>
              <a:rPr lang="en-US"/>
              <a:t>KU only in 1 meeting; not multiple for different tools. </a:t>
            </a:r>
            <a:br>
              <a:rPr lang="en-US"/>
            </a:br>
            <a:r>
              <a:rPr lang="en-US"/>
              <a:t>Primary focus remains production, so persona-based</a:t>
            </a:r>
          </a:p>
          <a:p>
            <a:endParaRPr lang="en-US"/>
          </a:p>
          <a:p>
            <a:r>
              <a:rPr lang="en-US"/>
              <a:t>Priority: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Doel om </a:t>
            </a:r>
            <a:r>
              <a:rPr lang="en-US" err="1"/>
              <a:t>onzelf</a:t>
            </a:r>
            <a:r>
              <a:rPr lang="en-US"/>
              <a:t> zo </a:t>
            </a:r>
            <a:r>
              <a:rPr lang="en-US" err="1"/>
              <a:t>goed</a:t>
            </a:r>
            <a:r>
              <a:rPr lang="en-US"/>
              <a:t> </a:t>
            </a:r>
            <a:r>
              <a:rPr lang="en-US" err="1"/>
              <a:t>mogelijk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helpen</a:t>
            </a:r>
            <a:r>
              <a:rPr lang="en-US"/>
              <a:t>. Past het niet </a:t>
            </a:r>
            <a:r>
              <a:rPr lang="en-US" err="1"/>
              <a:t>helemaal</a:t>
            </a:r>
            <a:r>
              <a:rPr lang="en-US"/>
              <a:t> in ons </a:t>
            </a:r>
            <a:r>
              <a:rPr lang="en-US" err="1"/>
              <a:t>straatje</a:t>
            </a:r>
            <a:r>
              <a:rPr lang="en-US"/>
              <a:t>, dan </a:t>
            </a:r>
            <a:r>
              <a:rPr lang="en-US" err="1"/>
              <a:t>samenwerking</a:t>
            </a:r>
            <a:r>
              <a:rPr lang="en-US"/>
              <a:t> </a:t>
            </a:r>
            <a:r>
              <a:rPr lang="en-US" err="1"/>
              <a:t>opzoeken</a:t>
            </a:r>
            <a:r>
              <a:rPr lang="en-US"/>
              <a:t>.</a:t>
            </a:r>
          </a:p>
          <a:p>
            <a:pPr marL="171450" marR="0" lvl="0" indent="-171450" algn="l" defTabSz="37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Focus op </a:t>
            </a:r>
            <a:r>
              <a:rPr lang="en-US" err="1"/>
              <a:t>meest</a:t>
            </a:r>
            <a:r>
              <a:rPr lang="en-US"/>
              <a:t> </a:t>
            </a:r>
            <a:r>
              <a:rPr lang="en-US" err="1"/>
              <a:t>frequente</a:t>
            </a:r>
            <a:r>
              <a:rPr lang="en-US"/>
              <a:t> </a:t>
            </a:r>
            <a:r>
              <a:rPr lang="en-US" err="1"/>
              <a:t>gebruikers</a:t>
            </a:r>
            <a:r>
              <a:rPr lang="en-US"/>
              <a:t> </a:t>
            </a:r>
            <a:r>
              <a:rPr lang="en-US" err="1"/>
              <a:t>applicaties</a:t>
            </a:r>
            <a:r>
              <a:rPr lang="en-US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/>
          </a:p>
          <a:p>
            <a:r>
              <a:rPr lang="en-US"/>
              <a:t>Rather not prioritize install at this moment;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Most frequently used and most critical applications not in scope of Factories/ MM  (e.g. SIO tool, SMS)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err="1"/>
              <a:t>Kunnen</a:t>
            </a:r>
            <a:r>
              <a:rPr lang="en-US"/>
              <a:t> </a:t>
            </a:r>
            <a:r>
              <a:rPr lang="en-US" err="1"/>
              <a:t>helpen</a:t>
            </a:r>
            <a:r>
              <a:rPr lang="en-US"/>
              <a:t>, meeting host niet </a:t>
            </a:r>
            <a:r>
              <a:rPr lang="en-US" err="1"/>
              <a:t>leveren</a:t>
            </a:r>
            <a:r>
              <a:rPr lang="en-US"/>
              <a:t> </a:t>
            </a:r>
            <a:r>
              <a:rPr lang="en-US" err="1"/>
              <a:t>waarschijnlijk</a:t>
            </a:r>
            <a:r>
              <a:rPr lang="en-US"/>
              <a:t>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Use native PPT "Header and Footer" to set header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658EC27-0245-4AF2-B202-B3DBFC05E02B}" type="datetime4">
              <a:rPr lang="en-US" smtClean="0"/>
              <a:t>April 23,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Use native PPT "Header and Footer" to set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9D5E52-2129-4526-A67E-44A5DCA639D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81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041400"/>
            <a:ext cx="5989637" cy="3368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Use native PPT "Header and Footer" to set header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658EC27-0245-4AF2-B202-B3DBFC05E02B}" type="datetime4">
              <a:rPr lang="en-US" smtClean="0"/>
              <a:t>April 23,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Use native PPT "Header and Footer" to set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9D5E52-2129-4526-A67E-44A5DCA639D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8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>
  <p:cSld name="Title Slide 1">
    <p:bg>
      <p:bgPr>
        <a:gradFill>
          <a:gsLst>
            <a:gs pos="99000">
              <a:srgbClr val="00A3E0"/>
            </a:gs>
            <a:gs pos="1000">
              <a:srgbClr val="10069F"/>
            </a:gs>
          </a:gsLst>
          <a:lin ang="90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Hide background Logo">
            <a:extLst>
              <a:ext uri="{FF2B5EF4-FFF2-40B4-BE49-F238E27FC236}">
                <a16:creationId xmlns:a16="http://schemas.microsoft.com/office/drawing/2014/main" id="{CD7E7ADD-A5EE-4293-9821-A81FD429DCCC}"/>
              </a:ext>
            </a:extLst>
          </p:cNvPr>
          <p:cNvSpPr/>
          <p:nvPr/>
        </p:nvSpPr>
        <p:spPr>
          <a:xfrm>
            <a:off x="292800" y="6471000"/>
            <a:ext cx="748800" cy="280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">
            <a:extLst>
              <a:ext uri="{FF2B5EF4-FFF2-40B4-BE49-F238E27FC236}">
                <a16:creationId xmlns:a16="http://schemas.microsoft.com/office/drawing/2014/main" id="{4F6A1DCD-AFA3-44B1-BB26-956115725CC6}"/>
              </a:ext>
            </a:extLst>
          </p:cNvPr>
          <p:cNvSpPr>
            <a:spLocks noGrp="1"/>
          </p:cNvSpPr>
          <p:nvPr>
            <p:ph type="dt" sz="half" idx="8"/>
          </p:nvPr>
        </p:nvSpPr>
        <p:spPr>
          <a:xfrm>
            <a:off x="4505325" y="3614462"/>
            <a:ext cx="5849475" cy="422938"/>
          </a:xfrm>
        </p:spPr>
        <p:txBody>
          <a:bodyPr wrap="square" anchor="b">
            <a:spAutoFit/>
          </a:bodyPr>
          <a:lstStyle>
            <a:lvl1pPr algn="l" defTabSz="374400">
              <a:lnSpc>
                <a:spcPct val="95000"/>
              </a:lnSpc>
              <a:spcAft>
                <a:spcPts val="737"/>
              </a:spcAft>
              <a:defRPr sz="1600" b="0" baseline="0">
                <a:solidFill>
                  <a:schemeClr val="bg1"/>
                </a:solidFill>
              </a:defRPr>
            </a:lvl1pPr>
          </a:lstStyle>
          <a:p>
            <a:fld id="{63DDB710-0227-4EAB-8159-7458BF5EFB73}" type="datetime4">
              <a:rPr lang="en-US"/>
              <a:pPr/>
              <a:t>April 23, 2026</a:t>
            </a:fld>
            <a:endParaRPr lang="en-US"/>
          </a:p>
        </p:txBody>
      </p:sp>
      <p:sp>
        <p:nvSpPr>
          <p:cNvPr id="9" name="Footer Placeholder (hidden)">
            <a:extLst>
              <a:ext uri="{FF2B5EF4-FFF2-40B4-BE49-F238E27FC236}">
                <a16:creationId xmlns:a16="http://schemas.microsoft.com/office/drawing/2014/main" id="{E59104A9-6371-4B6E-ADB0-1BC485D2DE73}"/>
              </a:ext>
            </a:extLst>
          </p:cNvPr>
          <p:cNvSpPr>
            <a:spLocks noGrp="1"/>
          </p:cNvSpPr>
          <p:nvPr>
            <p:ph type="ftr" sz="quarter" idx="9"/>
          </p:nvPr>
        </p:nvSpPr>
        <p:spPr>
          <a:xfrm>
            <a:off x="12182947" y="6848947"/>
            <a:ext cx="0" cy="0"/>
          </a:xfrm>
          <a:prstGeom prst="rect">
            <a:avLst/>
          </a:prstGeom>
        </p:spPr>
        <p:txBody>
          <a:bodyPr/>
          <a:lstStyle>
            <a:lvl1pPr algn="r">
              <a:defRPr>
                <a:noFill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Slide Number Placeholder (hidden)">
            <a:extLst>
              <a:ext uri="{FF2B5EF4-FFF2-40B4-BE49-F238E27FC236}">
                <a16:creationId xmlns:a16="http://schemas.microsoft.com/office/drawing/2014/main" id="{03B6870E-CF8C-4EED-BB0D-66F9991BD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182947" y="6848947"/>
            <a:ext cx="0" cy="0"/>
          </a:xfrm>
        </p:spPr>
        <p:txBody>
          <a:bodyPr/>
          <a:lstStyle>
            <a:lvl1pPr algn="r">
              <a:defRPr>
                <a:noFill/>
              </a:defRPr>
            </a:lvl1pPr>
          </a:lstStyle>
          <a:p>
            <a:fld id="{A2218858-49EA-4BF8-8EFE-B88A4580565A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04" name="Grid Decoration">
            <a:extLst>
              <a:ext uri="{FF2B5EF4-FFF2-40B4-BE49-F238E27FC236}">
                <a16:creationId xmlns:a16="http://schemas.microsoft.com/office/drawing/2014/main" id="{477C5741-C323-4904-A7E4-C6EE7E7C36B1}"/>
              </a:ext>
            </a:extLst>
          </p:cNvPr>
          <p:cNvGrpSpPr/>
          <p:nvPr/>
        </p:nvGrpSpPr>
        <p:grpSpPr bwMode="ltGray">
          <a:xfrm>
            <a:off x="-525" y="-12600"/>
            <a:ext cx="12192525" cy="6870600"/>
            <a:chOff x="-525" y="-12600"/>
            <a:chExt cx="12192525" cy="68706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91930DD-37F9-4E5C-AF98-367271E48F65}"/>
                </a:ext>
              </a:extLst>
            </p:cNvPr>
            <p:cNvCxnSpPr/>
            <p:nvPr userDrawn="1"/>
          </p:nvCxnSpPr>
          <p:spPr bwMode="ltGray">
            <a:xfrm>
              <a:off x="0" y="5113338"/>
              <a:ext cx="121920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4BECD12-13FA-465C-A5C9-F74D5C72FF86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0" y="5348288"/>
              <a:ext cx="4130675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17E3B37-8AD5-4342-A01B-490894F55388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-525" y="5582750"/>
              <a:ext cx="41312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FFCDC22-4C05-4409-A1A2-BA40843B63B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-525" y="5817212"/>
              <a:ext cx="41312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2442ECD-8E60-46BA-93E9-034AD2F2952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V="1">
              <a:off x="-525" y="6049963"/>
              <a:ext cx="4131200" cy="1712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262152-E536-45B3-B42E-FF64534BE76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-525" y="6286136"/>
              <a:ext cx="41312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3DE0786-0311-432C-BF1C-0FC4484EB54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-525" y="6520598"/>
              <a:ext cx="41312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1A26A46-5A23-4E71-86B8-D42B8AE213D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V="1">
              <a:off x="-525" y="6751638"/>
              <a:ext cx="4131200" cy="3422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932711A-14CB-4B7E-897F-0F43D5E5EA85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4130400" y="0"/>
              <a:ext cx="0" cy="68580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50FFE11-2228-4095-8213-B7DF694B07B1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2071200" y="-12600"/>
              <a:ext cx="0" cy="68580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976BF9B-BA80-4535-9BEE-4C96B17589FE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2000" y="2539800"/>
              <a:ext cx="41184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973A65C-8424-4A10-A797-3CD4EB372522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22584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9D055B9-1151-4A29-8BC8-F226B88C224E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8840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FC626A0-B95A-4A60-90B8-04C99A492EE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24456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D2E554C-FE97-4D2B-BCC1-AB142412B25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26328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F3C16FC-5417-4C75-B329-3F86AA17A1A7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28200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75E7C3B-12AE-4BB8-BBB5-6BDED40828A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0072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68D9680-1780-4095-A6A5-2D3C993B814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1944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F97DB5B-2E43-4A4E-8C59-51F0966A4136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3816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7ACA9E8-0A0A-4BEC-B611-67DE5E820CA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5688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03294FB-D050-4427-B3A7-7AB40551D4A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7560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F44C384-B751-406C-BE7A-68C3296941EA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9432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101">
              <a:extLst>
                <a:ext uri="{FF2B5EF4-FFF2-40B4-BE49-F238E27FC236}">
                  <a16:creationId xmlns:a16="http://schemas.microsoft.com/office/drawing/2014/main" id="{575287CC-10F4-4756-ACFF-FC235CC31B94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6968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102">
              <a:extLst>
                <a:ext uri="{FF2B5EF4-FFF2-40B4-BE49-F238E27FC236}">
                  <a16:creationId xmlns:a16="http://schemas.microsoft.com/office/drawing/2014/main" id="{EBBA423D-CED0-4685-B301-48162C9D196A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5096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03">
              <a:extLst>
                <a:ext uri="{FF2B5EF4-FFF2-40B4-BE49-F238E27FC236}">
                  <a16:creationId xmlns:a16="http://schemas.microsoft.com/office/drawing/2014/main" id="{EF37AE5F-737F-47BB-8C7C-73008137DF0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3224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AB332B4-661E-480F-B3A7-03A1659F61C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1352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B801BD6-B64D-436A-A2C8-FE764D59FA3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9480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2BFCE8B-EFDD-4BF9-8236-5088DA0366C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7608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C131BE53-9ED4-46DB-8379-0EAF4BA536FA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5736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96AB21B-7279-46BA-BE0B-765FFC84504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20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078673B-947B-4697-BE71-880F0EEF3245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992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00A1DFC-F57B-4770-90BD-038EC73C4118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864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(P41)">
            <a:extLst>
              <a:ext uri="{FF2B5EF4-FFF2-40B4-BE49-F238E27FC236}">
                <a16:creationId xmlns:a16="http://schemas.microsoft.com/office/drawing/2014/main" id="{D463EF9F-EC08-4F41-95E7-7BC682D3D8E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4136750 w 12192000"/>
              <a:gd name="connsiteY0" fmla="*/ 5113800 h 6858000"/>
              <a:gd name="connsiteX1" fmla="*/ 4364400 w 12192000"/>
              <a:gd name="connsiteY1" fmla="*/ 5113800 h 6858000"/>
              <a:gd name="connsiteX2" fmla="*/ 12192000 w 12192000"/>
              <a:gd name="connsiteY2" fmla="*/ 5113800 h 6858000"/>
              <a:gd name="connsiteX3" fmla="*/ 12192000 w 12192000"/>
              <a:gd name="connsiteY3" fmla="*/ 6858000 h 6858000"/>
              <a:gd name="connsiteX4" fmla="*/ 4136750 w 12192000"/>
              <a:gd name="connsiteY4" fmla="*/ 6858000 h 6858000"/>
              <a:gd name="connsiteX5" fmla="*/ 0 w 12192000"/>
              <a:gd name="connsiteY5" fmla="*/ 5113800 h 6858000"/>
              <a:gd name="connsiteX6" fmla="*/ 4130400 w 12192000"/>
              <a:gd name="connsiteY6" fmla="*/ 5113800 h 6858000"/>
              <a:gd name="connsiteX7" fmla="*/ 4130400 w 12192000"/>
              <a:gd name="connsiteY7" fmla="*/ 6858000 h 6858000"/>
              <a:gd name="connsiteX8" fmla="*/ 0 w 12192000"/>
              <a:gd name="connsiteY8" fmla="*/ 6858000 h 6858000"/>
              <a:gd name="connsiteX9" fmla="*/ 0 w 12192000"/>
              <a:gd name="connsiteY9" fmla="*/ 0 h 6858000"/>
              <a:gd name="connsiteX10" fmla="*/ 4130400 w 12192000"/>
              <a:gd name="connsiteY10" fmla="*/ 0 h 6858000"/>
              <a:gd name="connsiteX11" fmla="*/ 4130400 w 12192000"/>
              <a:gd name="connsiteY11" fmla="*/ 5067000 h 6858000"/>
              <a:gd name="connsiteX12" fmla="*/ 4130400 w 12192000"/>
              <a:gd name="connsiteY12" fmla="*/ 5107450 h 6858000"/>
              <a:gd name="connsiteX13" fmla="*/ 0 w 12192000"/>
              <a:gd name="connsiteY13" fmla="*/ 5107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4136750" y="5113800"/>
                </a:moveTo>
                <a:lnTo>
                  <a:pt x="4364400" y="5113800"/>
                </a:lnTo>
                <a:lnTo>
                  <a:pt x="12192000" y="5113800"/>
                </a:lnTo>
                <a:lnTo>
                  <a:pt x="12192000" y="6858000"/>
                </a:lnTo>
                <a:lnTo>
                  <a:pt x="4136750" y="6858000"/>
                </a:lnTo>
                <a:close/>
                <a:moveTo>
                  <a:pt x="0" y="5113800"/>
                </a:moveTo>
                <a:lnTo>
                  <a:pt x="4130400" y="5113800"/>
                </a:lnTo>
                <a:lnTo>
                  <a:pt x="41304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130400" y="0"/>
                </a:lnTo>
                <a:lnTo>
                  <a:pt x="4130400" y="5067000"/>
                </a:lnTo>
                <a:lnTo>
                  <a:pt x="4130400" y="5107450"/>
                </a:lnTo>
                <a:lnTo>
                  <a:pt x="0" y="5107450"/>
                </a:lnTo>
                <a:close/>
              </a:path>
            </a:pathLst>
          </a:custGeom>
          <a:noFill/>
        </p:spPr>
        <p:txBody>
          <a:bodyPr wrap="square" lIns="396000" rIns="396000" bIns="468000" anchor="ctr" anchorCtr="0">
            <a:noAutofit/>
          </a:bodyPr>
          <a:lstStyle>
            <a:lvl1pPr algn="l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area to add picture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CA825D8-8A74-4D85-9E5D-DA0C5C57A3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325" y="2025000"/>
            <a:ext cx="5849475" cy="467820"/>
          </a:xfrm>
        </p:spPr>
        <p:txBody>
          <a:bodyPr tIns="0" bIns="0" anchor="b"/>
          <a:lstStyle>
            <a:lvl1pPr algn="l" defTabSz="374400">
              <a:lnSpc>
                <a:spcPct val="95000"/>
              </a:lnSpc>
              <a:spcAft>
                <a:spcPts val="0"/>
              </a:spcAft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heading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79FE9FA-B090-40ED-A66C-FC46A2929F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325" y="2492819"/>
            <a:ext cx="5849475" cy="371784"/>
          </a:xfrm>
        </p:spPr>
        <p:txBody>
          <a:bodyPr wrap="square" tIns="3600">
            <a:noAutofit/>
          </a:bodyPr>
          <a:lstStyle>
            <a:lvl1pPr>
              <a:defRPr sz="2400" b="1" baseline="0">
                <a:solidFill>
                  <a:schemeClr val="bg1"/>
                </a:solidFill>
              </a:defRPr>
            </a:lvl1pPr>
            <a:lvl2pPr>
              <a:defRPr sz="2400" baseline="0"/>
            </a:lvl2pPr>
            <a:lvl3pPr>
              <a:defRPr sz="2400" baseline="0"/>
            </a:lvl3pPr>
            <a:lvl4pPr>
              <a:defRPr sz="2400" baseline="0"/>
            </a:lvl4pPr>
            <a:lvl5pPr>
              <a:defRPr sz="2400" baseline="0"/>
            </a:lvl5pPr>
            <a:lvl6pPr>
              <a:defRPr sz="2400" baseline="0"/>
            </a:lvl6pPr>
            <a:lvl7pPr>
              <a:defRPr sz="2400" baseline="0"/>
            </a:lvl7pPr>
            <a:lvl8pPr>
              <a:defRPr sz="2400" baseline="0"/>
            </a:lvl8pPr>
            <a:lvl9pPr>
              <a:defRPr sz="2400" baseline="0"/>
            </a:lvl9pPr>
          </a:lstStyle>
          <a:p>
            <a:r>
              <a:rPr lang="en-US"/>
              <a:t>Click to edit subheading</a:t>
            </a:r>
          </a:p>
        </p:txBody>
      </p:sp>
      <p:sp>
        <p:nvSpPr>
          <p:cNvPr id="103" name="Logo">
            <a:extLst>
              <a:ext uri="{FF2B5EF4-FFF2-40B4-BE49-F238E27FC236}">
                <a16:creationId xmlns:a16="http://schemas.microsoft.com/office/drawing/2014/main" id="{66B4BCD1-6E4A-40C1-85DC-38A5A7EEA082}"/>
              </a:ext>
            </a:extLst>
          </p:cNvPr>
          <p:cNvSpPr>
            <a:spLocks noChangeAspect="1"/>
          </p:cNvSpPr>
          <p:nvPr/>
        </p:nvSpPr>
        <p:spPr bwMode="black">
          <a:xfrm>
            <a:off x="10111908" y="433388"/>
            <a:ext cx="1694330" cy="468412"/>
          </a:xfrm>
          <a:custGeom>
            <a:avLst/>
            <a:gdLst>
              <a:gd name="connsiteX0" fmla="*/ 322580 w 2575560"/>
              <a:gd name="connsiteY0" fmla="*/ 171554 h 719869"/>
              <a:gd name="connsiteX1" fmla="*/ 261620 w 2575560"/>
              <a:gd name="connsiteY1" fmla="*/ 452224 h 719869"/>
              <a:gd name="connsiteX2" fmla="*/ 384810 w 2575560"/>
              <a:gd name="connsiteY2" fmla="*/ 452224 h 719869"/>
              <a:gd name="connsiteX3" fmla="*/ 941070 w 2575560"/>
              <a:gd name="connsiteY3" fmla="*/ 157584 h 719869"/>
              <a:gd name="connsiteX4" fmla="*/ 892810 w 2575560"/>
              <a:gd name="connsiteY4" fmla="*/ 212194 h 719869"/>
              <a:gd name="connsiteX5" fmla="*/ 998220 w 2575560"/>
              <a:gd name="connsiteY5" fmla="*/ 293474 h 719869"/>
              <a:gd name="connsiteX6" fmla="*/ 1195070 w 2575560"/>
              <a:gd name="connsiteY6" fmla="*/ 500484 h 719869"/>
              <a:gd name="connsiteX7" fmla="*/ 1009650 w 2575560"/>
              <a:gd name="connsiteY7" fmla="*/ 703684 h 719869"/>
              <a:gd name="connsiteX8" fmla="*/ 687070 w 2575560"/>
              <a:gd name="connsiteY8" fmla="*/ 671934 h 719869"/>
              <a:gd name="connsiteX9" fmla="*/ 687070 w 2575560"/>
              <a:gd name="connsiteY9" fmla="*/ 506834 h 719869"/>
              <a:gd name="connsiteX10" fmla="*/ 876300 w 2575560"/>
              <a:gd name="connsiteY10" fmla="*/ 577954 h 719869"/>
              <a:gd name="connsiteX11" fmla="*/ 981710 w 2575560"/>
              <a:gd name="connsiteY11" fmla="*/ 500484 h 719869"/>
              <a:gd name="connsiteX12" fmla="*/ 909320 w 2575560"/>
              <a:gd name="connsiteY12" fmla="*/ 420474 h 719869"/>
              <a:gd name="connsiteX13" fmla="*/ 941070 w 2575560"/>
              <a:gd name="connsiteY13" fmla="*/ 157584 h 719869"/>
              <a:gd name="connsiteX14" fmla="*/ 2136140 w 2575560"/>
              <a:gd name="connsiteY14" fmla="*/ 20424 h 719869"/>
              <a:gd name="connsiteX15" fmla="*/ 2321560 w 2575560"/>
              <a:gd name="connsiteY15" fmla="*/ 20424 h 719869"/>
              <a:gd name="connsiteX16" fmla="*/ 2321560 w 2575560"/>
              <a:gd name="connsiteY16" fmla="*/ 562714 h 719869"/>
              <a:gd name="connsiteX17" fmla="*/ 2575560 w 2575560"/>
              <a:gd name="connsiteY17" fmla="*/ 562714 h 719869"/>
              <a:gd name="connsiteX18" fmla="*/ 2575560 w 2575560"/>
              <a:gd name="connsiteY18" fmla="*/ 706224 h 719869"/>
              <a:gd name="connsiteX19" fmla="*/ 2136140 w 2575560"/>
              <a:gd name="connsiteY19" fmla="*/ 706224 h 719869"/>
              <a:gd name="connsiteX20" fmla="*/ 1346200 w 2575560"/>
              <a:gd name="connsiteY20" fmla="*/ 20424 h 719869"/>
              <a:gd name="connsiteX21" fmla="*/ 1551940 w 2575560"/>
              <a:gd name="connsiteY21" fmla="*/ 20424 h 719869"/>
              <a:gd name="connsiteX22" fmla="*/ 1648460 w 2575560"/>
              <a:gd name="connsiteY22" fmla="*/ 431904 h 719869"/>
              <a:gd name="connsiteX23" fmla="*/ 1743710 w 2575560"/>
              <a:gd name="connsiteY23" fmla="*/ 20424 h 719869"/>
              <a:gd name="connsiteX24" fmla="*/ 1950720 w 2575560"/>
              <a:gd name="connsiteY24" fmla="*/ 20424 h 719869"/>
              <a:gd name="connsiteX25" fmla="*/ 2039620 w 2575560"/>
              <a:gd name="connsiteY25" fmla="*/ 706224 h 719869"/>
              <a:gd name="connsiteX26" fmla="*/ 1846580 w 2575560"/>
              <a:gd name="connsiteY26" fmla="*/ 706224 h 719869"/>
              <a:gd name="connsiteX27" fmla="*/ 1813560 w 2575560"/>
              <a:gd name="connsiteY27" fmla="*/ 274424 h 719869"/>
              <a:gd name="connsiteX28" fmla="*/ 1723390 w 2575560"/>
              <a:gd name="connsiteY28" fmla="*/ 706224 h 719869"/>
              <a:gd name="connsiteX29" fmla="*/ 1572260 w 2575560"/>
              <a:gd name="connsiteY29" fmla="*/ 706224 h 719869"/>
              <a:gd name="connsiteX30" fmla="*/ 1483360 w 2575560"/>
              <a:gd name="connsiteY30" fmla="*/ 274424 h 719869"/>
              <a:gd name="connsiteX31" fmla="*/ 1449070 w 2575560"/>
              <a:gd name="connsiteY31" fmla="*/ 706224 h 719869"/>
              <a:gd name="connsiteX32" fmla="*/ 1257300 w 2575560"/>
              <a:gd name="connsiteY32" fmla="*/ 706224 h 719869"/>
              <a:gd name="connsiteX33" fmla="*/ 205740 w 2575560"/>
              <a:gd name="connsiteY33" fmla="*/ 20424 h 719869"/>
              <a:gd name="connsiteX34" fmla="*/ 439420 w 2575560"/>
              <a:gd name="connsiteY34" fmla="*/ 20424 h 719869"/>
              <a:gd name="connsiteX35" fmla="*/ 645160 w 2575560"/>
              <a:gd name="connsiteY35" fmla="*/ 706224 h 719869"/>
              <a:gd name="connsiteX36" fmla="*/ 439420 w 2575560"/>
              <a:gd name="connsiteY36" fmla="*/ 706224 h 719869"/>
              <a:gd name="connsiteX37" fmla="*/ 411480 w 2575560"/>
              <a:gd name="connsiteY37" fmla="*/ 583034 h 719869"/>
              <a:gd name="connsiteX38" fmla="*/ 232410 w 2575560"/>
              <a:gd name="connsiteY38" fmla="*/ 583034 h 719869"/>
              <a:gd name="connsiteX39" fmla="*/ 204470 w 2575560"/>
              <a:gd name="connsiteY39" fmla="*/ 706224 h 719869"/>
              <a:gd name="connsiteX40" fmla="*/ 0 w 2575560"/>
              <a:gd name="connsiteY40" fmla="*/ 706224 h 719869"/>
              <a:gd name="connsiteX41" fmla="*/ 994112 w 2575560"/>
              <a:gd name="connsiteY41" fmla="*/ 422 h 719869"/>
              <a:gd name="connsiteX42" fmla="*/ 1140459 w 2575560"/>
              <a:gd name="connsiteY42" fmla="*/ 34395 h 719869"/>
              <a:gd name="connsiteX43" fmla="*/ 1140459 w 2575560"/>
              <a:gd name="connsiteY43" fmla="*/ 212195 h 719869"/>
              <a:gd name="connsiteX44" fmla="*/ 701040 w 2575560"/>
              <a:gd name="connsiteY44" fmla="*/ 260455 h 719869"/>
              <a:gd name="connsiteX45" fmla="*/ 994112 w 2575560"/>
              <a:gd name="connsiteY45" fmla="*/ 422 h 719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575560" h="719869">
                <a:moveTo>
                  <a:pt x="322580" y="171554"/>
                </a:moveTo>
                <a:lnTo>
                  <a:pt x="261620" y="452224"/>
                </a:lnTo>
                <a:lnTo>
                  <a:pt x="384810" y="452224"/>
                </a:lnTo>
                <a:close/>
                <a:moveTo>
                  <a:pt x="941070" y="157584"/>
                </a:moveTo>
                <a:cubicBezTo>
                  <a:pt x="900430" y="170284"/>
                  <a:pt x="892810" y="191874"/>
                  <a:pt x="892810" y="212194"/>
                </a:cubicBezTo>
                <a:cubicBezTo>
                  <a:pt x="892810" y="261724"/>
                  <a:pt x="955040" y="276964"/>
                  <a:pt x="998220" y="293474"/>
                </a:cubicBezTo>
                <a:cubicBezTo>
                  <a:pt x="1069340" y="320144"/>
                  <a:pt x="1195070" y="355704"/>
                  <a:pt x="1195070" y="500484"/>
                </a:cubicBezTo>
                <a:cubicBezTo>
                  <a:pt x="1195070" y="589384"/>
                  <a:pt x="1109980" y="673204"/>
                  <a:pt x="1009650" y="703684"/>
                </a:cubicBezTo>
                <a:cubicBezTo>
                  <a:pt x="885190" y="741784"/>
                  <a:pt x="763270" y="704954"/>
                  <a:pt x="687070" y="671934"/>
                </a:cubicBezTo>
                <a:lnTo>
                  <a:pt x="687070" y="506834"/>
                </a:lnTo>
                <a:cubicBezTo>
                  <a:pt x="750570" y="552554"/>
                  <a:pt x="806450" y="576684"/>
                  <a:pt x="876300" y="577954"/>
                </a:cubicBezTo>
                <a:cubicBezTo>
                  <a:pt x="918210" y="579224"/>
                  <a:pt x="981710" y="558904"/>
                  <a:pt x="981710" y="500484"/>
                </a:cubicBezTo>
                <a:cubicBezTo>
                  <a:pt x="981710" y="449684"/>
                  <a:pt x="935990" y="434444"/>
                  <a:pt x="909320" y="420474"/>
                </a:cubicBezTo>
                <a:cubicBezTo>
                  <a:pt x="758190" y="337924"/>
                  <a:pt x="803910" y="171554"/>
                  <a:pt x="941070" y="157584"/>
                </a:cubicBezTo>
                <a:close/>
                <a:moveTo>
                  <a:pt x="2136140" y="20424"/>
                </a:moveTo>
                <a:lnTo>
                  <a:pt x="2321560" y="20424"/>
                </a:lnTo>
                <a:lnTo>
                  <a:pt x="2321560" y="562714"/>
                </a:lnTo>
                <a:lnTo>
                  <a:pt x="2575560" y="562714"/>
                </a:lnTo>
                <a:lnTo>
                  <a:pt x="2575560" y="706224"/>
                </a:lnTo>
                <a:lnTo>
                  <a:pt x="2136140" y="706224"/>
                </a:lnTo>
                <a:close/>
                <a:moveTo>
                  <a:pt x="1346200" y="20424"/>
                </a:moveTo>
                <a:lnTo>
                  <a:pt x="1551940" y="20424"/>
                </a:lnTo>
                <a:lnTo>
                  <a:pt x="1648460" y="431904"/>
                </a:lnTo>
                <a:lnTo>
                  <a:pt x="1743710" y="20424"/>
                </a:lnTo>
                <a:lnTo>
                  <a:pt x="1950720" y="20424"/>
                </a:lnTo>
                <a:lnTo>
                  <a:pt x="2039620" y="706224"/>
                </a:lnTo>
                <a:lnTo>
                  <a:pt x="1846580" y="706224"/>
                </a:lnTo>
                <a:lnTo>
                  <a:pt x="1813560" y="274424"/>
                </a:lnTo>
                <a:lnTo>
                  <a:pt x="1723390" y="706224"/>
                </a:lnTo>
                <a:lnTo>
                  <a:pt x="1572260" y="706224"/>
                </a:lnTo>
                <a:lnTo>
                  <a:pt x="1483360" y="274424"/>
                </a:lnTo>
                <a:lnTo>
                  <a:pt x="1449070" y="706224"/>
                </a:lnTo>
                <a:lnTo>
                  <a:pt x="1257300" y="706224"/>
                </a:lnTo>
                <a:close/>
                <a:moveTo>
                  <a:pt x="205740" y="20424"/>
                </a:moveTo>
                <a:lnTo>
                  <a:pt x="439420" y="20424"/>
                </a:lnTo>
                <a:lnTo>
                  <a:pt x="645160" y="706224"/>
                </a:lnTo>
                <a:lnTo>
                  <a:pt x="439420" y="706224"/>
                </a:lnTo>
                <a:lnTo>
                  <a:pt x="411480" y="583034"/>
                </a:lnTo>
                <a:lnTo>
                  <a:pt x="232410" y="583034"/>
                </a:lnTo>
                <a:lnTo>
                  <a:pt x="204470" y="706224"/>
                </a:lnTo>
                <a:lnTo>
                  <a:pt x="0" y="706224"/>
                </a:lnTo>
                <a:close/>
                <a:moveTo>
                  <a:pt x="994112" y="422"/>
                </a:moveTo>
                <a:cubicBezTo>
                  <a:pt x="1046321" y="2724"/>
                  <a:pt x="1097597" y="14392"/>
                  <a:pt x="1140459" y="34395"/>
                </a:cubicBezTo>
                <a:cubicBezTo>
                  <a:pt x="1143000" y="75035"/>
                  <a:pt x="1146809" y="118215"/>
                  <a:pt x="1140459" y="212195"/>
                </a:cubicBezTo>
                <a:cubicBezTo>
                  <a:pt x="970280" y="63605"/>
                  <a:pt x="703580" y="123295"/>
                  <a:pt x="701040" y="260455"/>
                </a:cubicBezTo>
                <a:cubicBezTo>
                  <a:pt x="672465" y="70907"/>
                  <a:pt x="837486" y="-6483"/>
                  <a:pt x="994112" y="42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MIO_AGENDA_IGNORE_NAVIGATION" hidden="1">
            <a:extLst>
              <a:ext uri="{FF2B5EF4-FFF2-40B4-BE49-F238E27FC236}">
                <a16:creationId xmlns:a16="http://schemas.microsoft.com/office/drawing/2014/main" id="{287EF10B-E93F-4F89-9FB3-1A347169686C}"/>
              </a:ext>
            </a:extLst>
          </p:cNvPr>
          <p:cNvSpPr/>
          <p:nvPr/>
        </p:nvSpPr>
        <p:spPr>
          <a:xfrm>
            <a:off x="11804960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MIO_AGENDA_IGNORE_CHAPTER_REFERENCE" hidden="1">
            <a:extLst>
              <a:ext uri="{FF2B5EF4-FFF2-40B4-BE49-F238E27FC236}">
                <a16:creationId xmlns:a16="http://schemas.microsoft.com/office/drawing/2014/main" id="{C4F5FA7D-3698-4E1D-9882-6F3C343465A7}"/>
              </a:ext>
            </a:extLst>
          </p:cNvPr>
          <p:cNvSpPr/>
          <p:nvPr/>
        </p:nvSpPr>
        <p:spPr>
          <a:xfrm>
            <a:off x="11517578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irstname Lastname">
            <a:extLst>
              <a:ext uri="{FF2B5EF4-FFF2-40B4-BE49-F238E27FC236}">
                <a16:creationId xmlns:a16="http://schemas.microsoft.com/office/drawing/2014/main" id="{44F94BEC-5FEE-4E23-9B49-21A45B711E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04799" y="3101490"/>
            <a:ext cx="5850000" cy="2312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14" name="Position and Title">
            <a:extLst>
              <a:ext uri="{FF2B5EF4-FFF2-40B4-BE49-F238E27FC236}">
                <a16:creationId xmlns:a16="http://schemas.microsoft.com/office/drawing/2014/main" id="{AF3DCBE4-97FE-41EF-8901-C12C7A998A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04799" y="3335400"/>
            <a:ext cx="5850000" cy="23391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Position and Title</a:t>
            </a:r>
          </a:p>
        </p:txBody>
      </p:sp>
      <p:sp>
        <p:nvSpPr>
          <p:cNvPr id="16" name="Location">
            <a:extLst>
              <a:ext uri="{FF2B5EF4-FFF2-40B4-BE49-F238E27FC236}">
                <a16:creationId xmlns:a16="http://schemas.microsoft.com/office/drawing/2014/main" id="{65FC8929-EAC1-44D3-88E2-9306D0D4B2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504799" y="4037400"/>
            <a:ext cx="5850000" cy="23391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18" name="Version">
            <a:extLst>
              <a:ext uri="{FF2B5EF4-FFF2-40B4-BE49-F238E27FC236}">
                <a16:creationId xmlns:a16="http://schemas.microsoft.com/office/drawing/2014/main" id="{A1534518-BDDC-41CB-B717-67772836121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504799" y="4645800"/>
            <a:ext cx="4867200" cy="280800"/>
          </a:xfrm>
          <a:noFill/>
        </p:spPr>
        <p:txBody>
          <a:bodyPr wrap="square" lIns="0" tIns="0" rIns="0" bIns="0" rtlCol="0" anchor="ctr" anchorCtr="0">
            <a:noAutofit/>
          </a:bodyPr>
          <a:lstStyle>
            <a:lvl1pPr>
              <a:defRPr lang="en-US" sz="1200" b="0" cap="all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5000"/>
              </a:lnSpc>
            </a:pPr>
            <a:r>
              <a:rPr lang="en-US"/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504766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1" pos="2838">
          <p15:clr>
            <a:srgbClr val="FFFFFF"/>
          </p15:clr>
        </p15:guide>
        <p15:guide id="2" orient="horz" pos="1276">
          <p15:clr>
            <a:srgbClr val="FFFFFF"/>
          </p15:clr>
        </p15:guide>
        <p15:guide id="3" pos="6523">
          <p15:clr>
            <a:srgbClr val="FFFFFF"/>
          </p15:clr>
        </p15:guide>
        <p15:guide id="4" orient="horz" pos="1570">
          <p15:clr>
            <a:srgbClr val="FFFFFF"/>
          </p15:clr>
        </p15:guide>
        <p15:guide id="5" orient="horz" pos="1806">
          <p15:clr>
            <a:srgbClr val="FFFF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tIns="36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 baseline="0">
                <a:solidFill>
                  <a:schemeClr val="accent1"/>
                </a:solidFill>
              </a:defRPr>
            </a:lvl1pPr>
            <a:lvl2pPr>
              <a:lnSpc>
                <a:spcPct val="90000"/>
              </a:lnSpc>
              <a:spcBef>
                <a:spcPts val="369"/>
              </a:spcBef>
              <a:spcAft>
                <a:spcPts val="369"/>
              </a:spcAft>
              <a:defRPr sz="2000" baseline="0">
                <a:solidFill>
                  <a:schemeClr val="accent1"/>
                </a:solidFill>
              </a:defRPr>
            </a:lvl2pPr>
            <a:lvl3pPr>
              <a:lnSpc>
                <a:spcPct val="90000"/>
              </a:lnSpc>
              <a:spcBef>
                <a:spcPts val="369"/>
              </a:spcBef>
              <a:spcAft>
                <a:spcPts val="369"/>
              </a:spcAft>
              <a:defRPr sz="2000" baseline="0">
                <a:solidFill>
                  <a:schemeClr val="accent1"/>
                </a:solidFill>
              </a:defRPr>
            </a:lvl3pPr>
            <a:lvl4pPr>
              <a:lnSpc>
                <a:spcPct val="95000"/>
              </a:lnSpc>
              <a:spcBef>
                <a:spcPts val="369"/>
              </a:spcBef>
              <a:spcAft>
                <a:spcPts val="369"/>
              </a:spcAft>
              <a:defRPr sz="1600" baseline="0">
                <a:solidFill>
                  <a:schemeClr val="accent1"/>
                </a:solidFill>
              </a:defRPr>
            </a:lvl4pPr>
            <a:lvl5pPr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 baseline="0">
                <a:solidFill>
                  <a:schemeClr val="accent1"/>
                </a:solidFill>
              </a:defRPr>
            </a:lvl5pPr>
            <a:lvl6pPr>
              <a:lnSpc>
                <a:spcPct val="90000"/>
              </a:lnSpc>
              <a:spcBef>
                <a:spcPts val="369"/>
              </a:spcBef>
              <a:spcAft>
                <a:spcPts val="369"/>
              </a:spcAft>
              <a:defRPr sz="2000" baseline="0">
                <a:solidFill>
                  <a:schemeClr val="accent1"/>
                </a:solidFill>
              </a:defRPr>
            </a:lvl6pPr>
            <a:lvl7pPr>
              <a:lnSpc>
                <a:spcPct val="95000"/>
              </a:lnSpc>
              <a:spcBef>
                <a:spcPts val="369"/>
              </a:spcBef>
              <a:spcAft>
                <a:spcPts val="369"/>
              </a:spcAft>
              <a:defRPr sz="1600" baseline="0">
                <a:solidFill>
                  <a:schemeClr val="accent1"/>
                </a:solidFill>
              </a:defRPr>
            </a:lvl7pPr>
            <a:lvl8pPr>
              <a:lnSpc>
                <a:spcPct val="95000"/>
              </a:lnSpc>
              <a:spcBef>
                <a:spcPts val="369"/>
              </a:spcBef>
              <a:spcAft>
                <a:spcPts val="369"/>
              </a:spcAft>
              <a:defRPr sz="1600" baseline="0">
                <a:solidFill>
                  <a:schemeClr val="accent1"/>
                </a:solidFill>
              </a:defRPr>
            </a:lvl8pPr>
            <a:lvl9pPr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 baseline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95CED1D3-1FC8-4A3D-BC76-3245976F657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6399" y="1369799"/>
            <a:ext cx="10857863" cy="4680163"/>
          </a:xfrm>
        </p:spPr>
        <p:txBody>
          <a:bodyPr/>
          <a:lstStyle>
            <a:lvl6pPr>
              <a:buAutoNum type="arabicPeriod"/>
              <a:defRPr/>
            </a:lvl6pPr>
            <a:lvl7pPr>
              <a:buAutoNum type="romanLcPeriod"/>
              <a:defRPr/>
            </a:lvl7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D5BDC-1173-44FF-AFA5-8F2114E340A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C14CD3A7-9E40-46FB-A41D-9CC29415685D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E3109-2B52-4738-928A-F7125818F0D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341C4-4C0D-4BED-9235-74E019B48B8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46FDEC34-FCB4-4EAC-9BEA-21A661EFE34B}"/>
              </a:ext>
            </a:extLst>
          </p:cNvPr>
          <p:cNvSpPr>
            <a:spLocks/>
          </p:cNvSpPr>
          <p:nvPr userDrawn="1"/>
        </p:nvSpPr>
        <p:spPr bwMode="black">
          <a:xfrm>
            <a:off x="385763" y="6512963"/>
            <a:ext cx="538161" cy="150809"/>
          </a:xfrm>
          <a:custGeom>
            <a:avLst/>
            <a:gdLst>
              <a:gd name="connsiteX0" fmla="*/ 135721 w 1078169"/>
              <a:gd name="connsiteY0" fmla="*/ 71284 h 302134"/>
              <a:gd name="connsiteX1" fmla="*/ 109085 w 1078169"/>
              <a:gd name="connsiteY1" fmla="*/ 189249 h 302134"/>
              <a:gd name="connsiteX2" fmla="*/ 161091 w 1078169"/>
              <a:gd name="connsiteY2" fmla="*/ 189249 h 302134"/>
              <a:gd name="connsiteX3" fmla="*/ 394483 w 1078169"/>
              <a:gd name="connsiteY3" fmla="*/ 66210 h 302134"/>
              <a:gd name="connsiteX4" fmla="*/ 374189 w 1078169"/>
              <a:gd name="connsiteY4" fmla="*/ 89042 h 302134"/>
              <a:gd name="connsiteX5" fmla="*/ 418583 w 1078169"/>
              <a:gd name="connsiteY5" fmla="*/ 123290 h 302134"/>
              <a:gd name="connsiteX6" fmla="*/ 499763 w 1078169"/>
              <a:gd name="connsiteY6" fmla="*/ 210811 h 302134"/>
              <a:gd name="connsiteX7" fmla="*/ 422389 w 1078169"/>
              <a:gd name="connsiteY7" fmla="*/ 295797 h 302134"/>
              <a:gd name="connsiteX8" fmla="*/ 287933 w 1078169"/>
              <a:gd name="connsiteY8" fmla="*/ 281844 h 302134"/>
              <a:gd name="connsiteX9" fmla="*/ 287933 w 1078169"/>
              <a:gd name="connsiteY9" fmla="*/ 213348 h 302134"/>
              <a:gd name="connsiteX10" fmla="*/ 367845 w 1078169"/>
              <a:gd name="connsiteY10" fmla="*/ 242522 h 302134"/>
              <a:gd name="connsiteX11" fmla="*/ 412241 w 1078169"/>
              <a:gd name="connsiteY11" fmla="*/ 209543 h 302134"/>
              <a:gd name="connsiteX12" fmla="*/ 381797 w 1078169"/>
              <a:gd name="connsiteY12" fmla="*/ 176564 h 302134"/>
              <a:gd name="connsiteX13" fmla="*/ 394483 w 1078169"/>
              <a:gd name="connsiteY13" fmla="*/ 66210 h 302134"/>
              <a:gd name="connsiteX14" fmla="*/ 894245 w 1078169"/>
              <a:gd name="connsiteY14" fmla="*/ 9131 h 302134"/>
              <a:gd name="connsiteX15" fmla="*/ 972889 w 1078169"/>
              <a:gd name="connsiteY15" fmla="*/ 9131 h 302134"/>
              <a:gd name="connsiteX16" fmla="*/ 972889 w 1078169"/>
              <a:gd name="connsiteY16" fmla="*/ 236181 h 302134"/>
              <a:gd name="connsiteX17" fmla="*/ 1078169 w 1078169"/>
              <a:gd name="connsiteY17" fmla="*/ 236181 h 302134"/>
              <a:gd name="connsiteX18" fmla="*/ 1078169 w 1078169"/>
              <a:gd name="connsiteY18" fmla="*/ 295797 h 302134"/>
              <a:gd name="connsiteX19" fmla="*/ 894245 w 1078169"/>
              <a:gd name="connsiteY19" fmla="*/ 295797 h 302134"/>
              <a:gd name="connsiteX20" fmla="*/ 564453 w 1078169"/>
              <a:gd name="connsiteY20" fmla="*/ 9131 h 302134"/>
              <a:gd name="connsiteX21" fmla="*/ 650707 w 1078169"/>
              <a:gd name="connsiteY21" fmla="*/ 9131 h 302134"/>
              <a:gd name="connsiteX22" fmla="*/ 690029 w 1078169"/>
              <a:gd name="connsiteY22" fmla="*/ 181638 h 302134"/>
              <a:gd name="connsiteX23" fmla="*/ 730617 w 1078169"/>
              <a:gd name="connsiteY23" fmla="*/ 9131 h 302134"/>
              <a:gd name="connsiteX24" fmla="*/ 816873 w 1078169"/>
              <a:gd name="connsiteY24" fmla="*/ 9131 h 302134"/>
              <a:gd name="connsiteX25" fmla="*/ 854925 w 1078169"/>
              <a:gd name="connsiteY25" fmla="*/ 295797 h 302134"/>
              <a:gd name="connsiteX26" fmla="*/ 773745 w 1078169"/>
              <a:gd name="connsiteY26" fmla="*/ 295797 h 302134"/>
              <a:gd name="connsiteX27" fmla="*/ 759793 w 1078169"/>
              <a:gd name="connsiteY27" fmla="*/ 114411 h 302134"/>
              <a:gd name="connsiteX28" fmla="*/ 721739 w 1078169"/>
              <a:gd name="connsiteY28" fmla="*/ 295797 h 302134"/>
              <a:gd name="connsiteX29" fmla="*/ 658317 w 1078169"/>
              <a:gd name="connsiteY29" fmla="*/ 295797 h 302134"/>
              <a:gd name="connsiteX30" fmla="*/ 621533 w 1078169"/>
              <a:gd name="connsiteY30" fmla="*/ 114411 h 302134"/>
              <a:gd name="connsiteX31" fmla="*/ 607581 w 1078169"/>
              <a:gd name="connsiteY31" fmla="*/ 295797 h 302134"/>
              <a:gd name="connsiteX32" fmla="*/ 526401 w 1078169"/>
              <a:gd name="connsiteY32" fmla="*/ 295797 h 302134"/>
              <a:gd name="connsiteX33" fmla="*/ 86253 w 1078169"/>
              <a:gd name="connsiteY33" fmla="*/ 9131 h 302134"/>
              <a:gd name="connsiteX34" fmla="*/ 183923 w 1078169"/>
              <a:gd name="connsiteY34" fmla="*/ 9131 h 302134"/>
              <a:gd name="connsiteX35" fmla="*/ 270177 w 1078169"/>
              <a:gd name="connsiteY35" fmla="*/ 295797 h 302134"/>
              <a:gd name="connsiteX36" fmla="*/ 183923 w 1078169"/>
              <a:gd name="connsiteY36" fmla="*/ 295797 h 302134"/>
              <a:gd name="connsiteX37" fmla="*/ 172507 w 1078169"/>
              <a:gd name="connsiteY37" fmla="*/ 243791 h 302134"/>
              <a:gd name="connsiteX38" fmla="*/ 97669 w 1078169"/>
              <a:gd name="connsiteY38" fmla="*/ 243791 h 302134"/>
              <a:gd name="connsiteX39" fmla="*/ 86253 w 1078169"/>
              <a:gd name="connsiteY39" fmla="*/ 295797 h 302134"/>
              <a:gd name="connsiteX40" fmla="*/ 0 w 1078169"/>
              <a:gd name="connsiteY40" fmla="*/ 295797 h 302134"/>
              <a:gd name="connsiteX41" fmla="*/ 416643 w 1078169"/>
              <a:gd name="connsiteY41" fmla="*/ 173 h 302134"/>
              <a:gd name="connsiteX42" fmla="*/ 478201 w 1078169"/>
              <a:gd name="connsiteY42" fmla="*/ 14205 h 302134"/>
              <a:gd name="connsiteX43" fmla="*/ 478201 w 1078169"/>
              <a:gd name="connsiteY43" fmla="*/ 89043 h 302134"/>
              <a:gd name="connsiteX44" fmla="*/ 294277 w 1078169"/>
              <a:gd name="connsiteY44" fmla="*/ 109337 h 302134"/>
              <a:gd name="connsiteX45" fmla="*/ 416643 w 1078169"/>
              <a:gd name="connsiteY45" fmla="*/ 173 h 302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78169" h="302134">
                <a:moveTo>
                  <a:pt x="135721" y="71284"/>
                </a:moveTo>
                <a:lnTo>
                  <a:pt x="109085" y="189249"/>
                </a:lnTo>
                <a:lnTo>
                  <a:pt x="161091" y="189249"/>
                </a:lnTo>
                <a:close/>
                <a:moveTo>
                  <a:pt x="394483" y="66210"/>
                </a:moveTo>
                <a:cubicBezTo>
                  <a:pt x="377993" y="71284"/>
                  <a:pt x="374189" y="80163"/>
                  <a:pt x="374189" y="89042"/>
                </a:cubicBezTo>
                <a:cubicBezTo>
                  <a:pt x="374189" y="109337"/>
                  <a:pt x="400825" y="115679"/>
                  <a:pt x="418583" y="123290"/>
                </a:cubicBezTo>
                <a:cubicBezTo>
                  <a:pt x="447757" y="134705"/>
                  <a:pt x="501033" y="148658"/>
                  <a:pt x="499763" y="210811"/>
                </a:cubicBezTo>
                <a:cubicBezTo>
                  <a:pt x="499763" y="247596"/>
                  <a:pt x="464247" y="283112"/>
                  <a:pt x="422389" y="295797"/>
                </a:cubicBezTo>
                <a:cubicBezTo>
                  <a:pt x="371653" y="311018"/>
                  <a:pt x="319645" y="295797"/>
                  <a:pt x="287933" y="281844"/>
                </a:cubicBezTo>
                <a:lnTo>
                  <a:pt x="287933" y="213348"/>
                </a:lnTo>
                <a:cubicBezTo>
                  <a:pt x="314573" y="231106"/>
                  <a:pt x="338671" y="242522"/>
                  <a:pt x="367845" y="242522"/>
                </a:cubicBezTo>
                <a:cubicBezTo>
                  <a:pt x="385605" y="242522"/>
                  <a:pt x="412241" y="233643"/>
                  <a:pt x="412241" y="209543"/>
                </a:cubicBezTo>
                <a:cubicBezTo>
                  <a:pt x="412241" y="189248"/>
                  <a:pt x="393215" y="182906"/>
                  <a:pt x="381797" y="176564"/>
                </a:cubicBezTo>
                <a:cubicBezTo>
                  <a:pt x="318377" y="142316"/>
                  <a:pt x="337403" y="72552"/>
                  <a:pt x="394483" y="66210"/>
                </a:cubicBezTo>
                <a:close/>
                <a:moveTo>
                  <a:pt x="894245" y="9131"/>
                </a:moveTo>
                <a:lnTo>
                  <a:pt x="972889" y="9131"/>
                </a:lnTo>
                <a:lnTo>
                  <a:pt x="972889" y="236181"/>
                </a:lnTo>
                <a:lnTo>
                  <a:pt x="1078169" y="236181"/>
                </a:lnTo>
                <a:lnTo>
                  <a:pt x="1078169" y="295797"/>
                </a:lnTo>
                <a:lnTo>
                  <a:pt x="894245" y="295797"/>
                </a:lnTo>
                <a:close/>
                <a:moveTo>
                  <a:pt x="564453" y="9131"/>
                </a:moveTo>
                <a:lnTo>
                  <a:pt x="650707" y="9131"/>
                </a:lnTo>
                <a:lnTo>
                  <a:pt x="690029" y="181638"/>
                </a:lnTo>
                <a:lnTo>
                  <a:pt x="730617" y="9131"/>
                </a:lnTo>
                <a:lnTo>
                  <a:pt x="816873" y="9131"/>
                </a:lnTo>
                <a:lnTo>
                  <a:pt x="854925" y="295797"/>
                </a:lnTo>
                <a:lnTo>
                  <a:pt x="773745" y="295797"/>
                </a:lnTo>
                <a:lnTo>
                  <a:pt x="759793" y="114411"/>
                </a:lnTo>
                <a:lnTo>
                  <a:pt x="721739" y="295797"/>
                </a:lnTo>
                <a:lnTo>
                  <a:pt x="658317" y="295797"/>
                </a:lnTo>
                <a:lnTo>
                  <a:pt x="621533" y="114411"/>
                </a:lnTo>
                <a:lnTo>
                  <a:pt x="607581" y="295797"/>
                </a:lnTo>
                <a:lnTo>
                  <a:pt x="526401" y="295797"/>
                </a:lnTo>
                <a:close/>
                <a:moveTo>
                  <a:pt x="86253" y="9131"/>
                </a:moveTo>
                <a:lnTo>
                  <a:pt x="183923" y="9131"/>
                </a:lnTo>
                <a:lnTo>
                  <a:pt x="270177" y="295797"/>
                </a:lnTo>
                <a:lnTo>
                  <a:pt x="183923" y="295797"/>
                </a:lnTo>
                <a:lnTo>
                  <a:pt x="172507" y="243791"/>
                </a:lnTo>
                <a:lnTo>
                  <a:pt x="97669" y="243791"/>
                </a:lnTo>
                <a:lnTo>
                  <a:pt x="86253" y="295797"/>
                </a:lnTo>
                <a:lnTo>
                  <a:pt x="0" y="295797"/>
                </a:lnTo>
                <a:close/>
                <a:moveTo>
                  <a:pt x="416643" y="173"/>
                </a:moveTo>
                <a:cubicBezTo>
                  <a:pt x="438563" y="1124"/>
                  <a:pt x="460127" y="5960"/>
                  <a:pt x="478201" y="14205"/>
                </a:cubicBezTo>
                <a:cubicBezTo>
                  <a:pt x="479469" y="31963"/>
                  <a:pt x="480737" y="49721"/>
                  <a:pt x="478201" y="89043"/>
                </a:cubicBezTo>
                <a:cubicBezTo>
                  <a:pt x="407169" y="26889"/>
                  <a:pt x="295545" y="52258"/>
                  <a:pt x="294277" y="109337"/>
                </a:cubicBezTo>
                <a:cubicBezTo>
                  <a:pt x="281911" y="29426"/>
                  <a:pt x="350883" y="-2681"/>
                  <a:pt x="416643" y="173"/>
                </a:cubicBezTo>
                <a:close/>
              </a:path>
            </a:pathLst>
          </a:custGeom>
          <a:solidFill>
            <a:srgbClr val="10069F"/>
          </a:solidFill>
          <a:ln w="12680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sz="2400" baseline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95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1" pos="7083">
          <p15:clr>
            <a:srgbClr val="547EBF"/>
          </p15:clr>
        </p15:guide>
        <p15:guide id="2" orient="horz" pos="863">
          <p15:clr>
            <a:srgbClr val="547EBF"/>
          </p15:clr>
        </p15:guide>
        <p15:guide id="3" pos="243">
          <p15:clr>
            <a:srgbClr val="547EBF"/>
          </p15:clr>
        </p15:guide>
        <p15:guide id="4" orient="horz" pos="3811">
          <p15:clr>
            <a:srgbClr val="547EBF"/>
          </p15:clr>
        </p15:guide>
        <p15:guide id="5" orient="horz" pos="3958">
          <p15:clr>
            <a:srgbClr val="547EBF"/>
          </p15:clr>
        </p15:guide>
        <p15:guide id="7" orient="horz" pos="745">
          <p15:clr>
            <a:srgbClr val="547EBF"/>
          </p15:clr>
        </p15:guide>
        <p15:guide id="8" orient="horz" pos="273">
          <p15:clr>
            <a:srgbClr val="547EBF"/>
          </p15:clr>
        </p15:guide>
        <p15:guide id="9" orient="horz" pos="509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 preserve="1">
  <p:cSld name="End slide">
    <p:bg>
      <p:bgPr>
        <a:gradFill>
          <a:gsLst>
            <a:gs pos="99000">
              <a:srgbClr val="00A3E0"/>
            </a:gs>
            <a:gs pos="1000">
              <a:srgbClr val="10069F"/>
            </a:gs>
          </a:gsLst>
          <a:lin ang="90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Hide background Logo">
            <a:extLst>
              <a:ext uri="{FF2B5EF4-FFF2-40B4-BE49-F238E27FC236}">
                <a16:creationId xmlns:a16="http://schemas.microsoft.com/office/drawing/2014/main" id="{0C3579B9-3ADA-4588-BB3E-E3EBFB6BF267}"/>
              </a:ext>
            </a:extLst>
          </p:cNvPr>
          <p:cNvSpPr/>
          <p:nvPr userDrawn="1"/>
        </p:nvSpPr>
        <p:spPr>
          <a:xfrm>
            <a:off x="339600" y="6471000"/>
            <a:ext cx="748800" cy="280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grpSp>
        <p:nvGrpSpPr>
          <p:cNvPr id="42" name="Grid Decoration">
            <a:extLst>
              <a:ext uri="{FF2B5EF4-FFF2-40B4-BE49-F238E27FC236}">
                <a16:creationId xmlns:a16="http://schemas.microsoft.com/office/drawing/2014/main" id="{8F70B469-5ED5-4570-8D58-BA071F46B914}"/>
              </a:ext>
            </a:extLst>
          </p:cNvPr>
          <p:cNvGrpSpPr/>
          <p:nvPr/>
        </p:nvGrpSpPr>
        <p:grpSpPr bwMode="ltGray">
          <a:xfrm flipH="1">
            <a:off x="0" y="0"/>
            <a:ext cx="12192000" cy="6858000"/>
            <a:chOff x="1200" y="-446400"/>
            <a:chExt cx="12192000" cy="6858000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60ADC78-9949-4FBB-A175-E501ED9162FB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9186000" y="-44640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BB44016-66B0-4E2E-BCED-C9CE40DE18C8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9934800" y="-44640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B955A00-9F62-4DD8-A095-D8BF428B101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10683600" y="-44640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F2CC4B7-89C1-4B8A-BC0D-231CC2EA6BD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11432400" y="-446400"/>
              <a:ext cx="0" cy="68580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51C1756-0D22-4BF0-97A1-FBE27C9E8B5B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944400" y="455400"/>
              <a:ext cx="82488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DBE7224-2A0D-4F58-A43F-748C3E4ECD0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944400" y="1391400"/>
              <a:ext cx="82488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EDC6495-C889-47B6-9B12-993370440A8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3944400" y="2326960"/>
              <a:ext cx="0" cy="408464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246DF58-B7B0-456A-9F6A-B6A271823058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8437200" y="-44596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40FD560-CBED-401C-9A39-15B1E50E0BA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7688400" y="-445520"/>
              <a:ext cx="0" cy="685712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03795F4-52D0-485C-8912-D428ADACEAF7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200" y="2327400"/>
              <a:ext cx="121920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0CD295C-95AB-4825-87D7-B3A7F8DCFDDE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6939600" y="-44596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9EA2067-06E6-4FB3-A618-7AA7C1C0111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6190800" y="-44552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E126F36-B98E-46D3-B603-5E778BC5212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5442000" y="-44508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C02083-9AF7-4E76-94A4-CD5D9F2E6B86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4693200" y="-44464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3BEE4F6-8A6B-4068-B86D-89DFDC70E626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3944400" y="-44420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69DD162C-D02B-4608-B9D0-D160456CEF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5837" y="3007799"/>
            <a:ext cx="3006563" cy="3042163"/>
          </a:xfrm>
        </p:spPr>
        <p:txBody>
          <a:bodyPr/>
          <a:lstStyle>
            <a:lvl1pPr>
              <a:defRPr sz="5400" b="1" baseline="0">
                <a:solidFill>
                  <a:schemeClr val="bg1"/>
                </a:solidFill>
              </a:defRPr>
            </a:lvl1pPr>
            <a:lvl2pPr>
              <a:defRPr sz="5400" baseline="0">
                <a:solidFill>
                  <a:schemeClr val="bg1"/>
                </a:solidFill>
              </a:defRPr>
            </a:lvl2pPr>
            <a:lvl3pPr>
              <a:defRPr sz="5400" baseline="0">
                <a:solidFill>
                  <a:schemeClr val="bg1"/>
                </a:solidFill>
              </a:defRPr>
            </a:lvl3pPr>
            <a:lvl4pPr>
              <a:defRPr sz="5400" baseline="0">
                <a:solidFill>
                  <a:schemeClr val="bg1"/>
                </a:solidFill>
              </a:defRPr>
            </a:lvl4pPr>
            <a:lvl5pPr>
              <a:defRPr sz="5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Thanks</a:t>
            </a:r>
          </a:p>
          <a:p>
            <a:pPr lvl="1"/>
            <a:endParaRPr lang="en-US"/>
          </a:p>
        </p:txBody>
      </p:sp>
      <p:sp>
        <p:nvSpPr>
          <p:cNvPr id="39" name="MIO_AGENDA_IGNORE_NAVIGATION" hidden="1">
            <a:extLst>
              <a:ext uri="{FF2B5EF4-FFF2-40B4-BE49-F238E27FC236}">
                <a16:creationId xmlns:a16="http://schemas.microsoft.com/office/drawing/2014/main" id="{C3FBE8F4-38D0-493A-A7BB-33E9441676CE}"/>
              </a:ext>
            </a:extLst>
          </p:cNvPr>
          <p:cNvSpPr/>
          <p:nvPr/>
        </p:nvSpPr>
        <p:spPr>
          <a:xfrm>
            <a:off x="11790800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MIO_AGENDA_IGNORE_CHAPTER_REFERENCE" hidden="1">
            <a:extLst>
              <a:ext uri="{FF2B5EF4-FFF2-40B4-BE49-F238E27FC236}">
                <a16:creationId xmlns:a16="http://schemas.microsoft.com/office/drawing/2014/main" id="{F94A61A7-7AEE-4282-83AB-F464ED2636DA}"/>
              </a:ext>
            </a:extLst>
          </p:cNvPr>
          <p:cNvSpPr/>
          <p:nvPr/>
        </p:nvSpPr>
        <p:spPr>
          <a:xfrm>
            <a:off x="11517578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MIO_AGENDA_LAST_SLIDE" hidden="1">
            <a:extLst>
              <a:ext uri="{FF2B5EF4-FFF2-40B4-BE49-F238E27FC236}">
                <a16:creationId xmlns:a16="http://schemas.microsoft.com/office/drawing/2014/main" id="{7049BCE7-7BC9-455B-8C84-08F8B9A0FB1E}"/>
              </a:ext>
            </a:extLst>
          </p:cNvPr>
          <p:cNvSpPr/>
          <p:nvPr/>
        </p:nvSpPr>
        <p:spPr>
          <a:xfrm>
            <a:off x="10911760" y="115094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Logo">
            <a:extLst>
              <a:ext uri="{FF2B5EF4-FFF2-40B4-BE49-F238E27FC236}">
                <a16:creationId xmlns:a16="http://schemas.microsoft.com/office/drawing/2014/main" id="{562F8F28-5BE4-41C6-8A66-09C03AA22E21}"/>
              </a:ext>
            </a:extLst>
          </p:cNvPr>
          <p:cNvSpPr>
            <a:spLocks noChangeAspect="1"/>
          </p:cNvSpPr>
          <p:nvPr/>
        </p:nvSpPr>
        <p:spPr bwMode="black">
          <a:xfrm>
            <a:off x="10111908" y="433388"/>
            <a:ext cx="1694330" cy="468412"/>
          </a:xfrm>
          <a:custGeom>
            <a:avLst/>
            <a:gdLst>
              <a:gd name="connsiteX0" fmla="*/ 322580 w 2575560"/>
              <a:gd name="connsiteY0" fmla="*/ 171554 h 719869"/>
              <a:gd name="connsiteX1" fmla="*/ 261620 w 2575560"/>
              <a:gd name="connsiteY1" fmla="*/ 452224 h 719869"/>
              <a:gd name="connsiteX2" fmla="*/ 384810 w 2575560"/>
              <a:gd name="connsiteY2" fmla="*/ 452224 h 719869"/>
              <a:gd name="connsiteX3" fmla="*/ 941070 w 2575560"/>
              <a:gd name="connsiteY3" fmla="*/ 157584 h 719869"/>
              <a:gd name="connsiteX4" fmla="*/ 892810 w 2575560"/>
              <a:gd name="connsiteY4" fmla="*/ 212194 h 719869"/>
              <a:gd name="connsiteX5" fmla="*/ 998220 w 2575560"/>
              <a:gd name="connsiteY5" fmla="*/ 293474 h 719869"/>
              <a:gd name="connsiteX6" fmla="*/ 1195070 w 2575560"/>
              <a:gd name="connsiteY6" fmla="*/ 500484 h 719869"/>
              <a:gd name="connsiteX7" fmla="*/ 1009650 w 2575560"/>
              <a:gd name="connsiteY7" fmla="*/ 703684 h 719869"/>
              <a:gd name="connsiteX8" fmla="*/ 687070 w 2575560"/>
              <a:gd name="connsiteY8" fmla="*/ 671934 h 719869"/>
              <a:gd name="connsiteX9" fmla="*/ 687070 w 2575560"/>
              <a:gd name="connsiteY9" fmla="*/ 506834 h 719869"/>
              <a:gd name="connsiteX10" fmla="*/ 876300 w 2575560"/>
              <a:gd name="connsiteY10" fmla="*/ 577954 h 719869"/>
              <a:gd name="connsiteX11" fmla="*/ 981710 w 2575560"/>
              <a:gd name="connsiteY11" fmla="*/ 500484 h 719869"/>
              <a:gd name="connsiteX12" fmla="*/ 909320 w 2575560"/>
              <a:gd name="connsiteY12" fmla="*/ 420474 h 719869"/>
              <a:gd name="connsiteX13" fmla="*/ 941070 w 2575560"/>
              <a:gd name="connsiteY13" fmla="*/ 157584 h 719869"/>
              <a:gd name="connsiteX14" fmla="*/ 2136140 w 2575560"/>
              <a:gd name="connsiteY14" fmla="*/ 20424 h 719869"/>
              <a:gd name="connsiteX15" fmla="*/ 2321560 w 2575560"/>
              <a:gd name="connsiteY15" fmla="*/ 20424 h 719869"/>
              <a:gd name="connsiteX16" fmla="*/ 2321560 w 2575560"/>
              <a:gd name="connsiteY16" fmla="*/ 562714 h 719869"/>
              <a:gd name="connsiteX17" fmla="*/ 2575560 w 2575560"/>
              <a:gd name="connsiteY17" fmla="*/ 562714 h 719869"/>
              <a:gd name="connsiteX18" fmla="*/ 2575560 w 2575560"/>
              <a:gd name="connsiteY18" fmla="*/ 706224 h 719869"/>
              <a:gd name="connsiteX19" fmla="*/ 2136140 w 2575560"/>
              <a:gd name="connsiteY19" fmla="*/ 706224 h 719869"/>
              <a:gd name="connsiteX20" fmla="*/ 1346200 w 2575560"/>
              <a:gd name="connsiteY20" fmla="*/ 20424 h 719869"/>
              <a:gd name="connsiteX21" fmla="*/ 1551940 w 2575560"/>
              <a:gd name="connsiteY21" fmla="*/ 20424 h 719869"/>
              <a:gd name="connsiteX22" fmla="*/ 1648460 w 2575560"/>
              <a:gd name="connsiteY22" fmla="*/ 431904 h 719869"/>
              <a:gd name="connsiteX23" fmla="*/ 1743710 w 2575560"/>
              <a:gd name="connsiteY23" fmla="*/ 20424 h 719869"/>
              <a:gd name="connsiteX24" fmla="*/ 1950720 w 2575560"/>
              <a:gd name="connsiteY24" fmla="*/ 20424 h 719869"/>
              <a:gd name="connsiteX25" fmla="*/ 2039620 w 2575560"/>
              <a:gd name="connsiteY25" fmla="*/ 706224 h 719869"/>
              <a:gd name="connsiteX26" fmla="*/ 1846580 w 2575560"/>
              <a:gd name="connsiteY26" fmla="*/ 706224 h 719869"/>
              <a:gd name="connsiteX27" fmla="*/ 1813560 w 2575560"/>
              <a:gd name="connsiteY27" fmla="*/ 274424 h 719869"/>
              <a:gd name="connsiteX28" fmla="*/ 1723390 w 2575560"/>
              <a:gd name="connsiteY28" fmla="*/ 706224 h 719869"/>
              <a:gd name="connsiteX29" fmla="*/ 1572260 w 2575560"/>
              <a:gd name="connsiteY29" fmla="*/ 706224 h 719869"/>
              <a:gd name="connsiteX30" fmla="*/ 1483360 w 2575560"/>
              <a:gd name="connsiteY30" fmla="*/ 274424 h 719869"/>
              <a:gd name="connsiteX31" fmla="*/ 1449070 w 2575560"/>
              <a:gd name="connsiteY31" fmla="*/ 706224 h 719869"/>
              <a:gd name="connsiteX32" fmla="*/ 1257300 w 2575560"/>
              <a:gd name="connsiteY32" fmla="*/ 706224 h 719869"/>
              <a:gd name="connsiteX33" fmla="*/ 205740 w 2575560"/>
              <a:gd name="connsiteY33" fmla="*/ 20424 h 719869"/>
              <a:gd name="connsiteX34" fmla="*/ 439420 w 2575560"/>
              <a:gd name="connsiteY34" fmla="*/ 20424 h 719869"/>
              <a:gd name="connsiteX35" fmla="*/ 645160 w 2575560"/>
              <a:gd name="connsiteY35" fmla="*/ 706224 h 719869"/>
              <a:gd name="connsiteX36" fmla="*/ 439420 w 2575560"/>
              <a:gd name="connsiteY36" fmla="*/ 706224 h 719869"/>
              <a:gd name="connsiteX37" fmla="*/ 411480 w 2575560"/>
              <a:gd name="connsiteY37" fmla="*/ 583034 h 719869"/>
              <a:gd name="connsiteX38" fmla="*/ 232410 w 2575560"/>
              <a:gd name="connsiteY38" fmla="*/ 583034 h 719869"/>
              <a:gd name="connsiteX39" fmla="*/ 204470 w 2575560"/>
              <a:gd name="connsiteY39" fmla="*/ 706224 h 719869"/>
              <a:gd name="connsiteX40" fmla="*/ 0 w 2575560"/>
              <a:gd name="connsiteY40" fmla="*/ 706224 h 719869"/>
              <a:gd name="connsiteX41" fmla="*/ 994112 w 2575560"/>
              <a:gd name="connsiteY41" fmla="*/ 422 h 719869"/>
              <a:gd name="connsiteX42" fmla="*/ 1140459 w 2575560"/>
              <a:gd name="connsiteY42" fmla="*/ 34395 h 719869"/>
              <a:gd name="connsiteX43" fmla="*/ 1140459 w 2575560"/>
              <a:gd name="connsiteY43" fmla="*/ 212195 h 719869"/>
              <a:gd name="connsiteX44" fmla="*/ 701040 w 2575560"/>
              <a:gd name="connsiteY44" fmla="*/ 260455 h 719869"/>
              <a:gd name="connsiteX45" fmla="*/ 994112 w 2575560"/>
              <a:gd name="connsiteY45" fmla="*/ 422 h 719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575560" h="719869">
                <a:moveTo>
                  <a:pt x="322580" y="171554"/>
                </a:moveTo>
                <a:lnTo>
                  <a:pt x="261620" y="452224"/>
                </a:lnTo>
                <a:lnTo>
                  <a:pt x="384810" y="452224"/>
                </a:lnTo>
                <a:close/>
                <a:moveTo>
                  <a:pt x="941070" y="157584"/>
                </a:moveTo>
                <a:cubicBezTo>
                  <a:pt x="900430" y="170284"/>
                  <a:pt x="892810" y="191874"/>
                  <a:pt x="892810" y="212194"/>
                </a:cubicBezTo>
                <a:cubicBezTo>
                  <a:pt x="892810" y="261724"/>
                  <a:pt x="955040" y="276964"/>
                  <a:pt x="998220" y="293474"/>
                </a:cubicBezTo>
                <a:cubicBezTo>
                  <a:pt x="1069340" y="320144"/>
                  <a:pt x="1195070" y="355704"/>
                  <a:pt x="1195070" y="500484"/>
                </a:cubicBezTo>
                <a:cubicBezTo>
                  <a:pt x="1195070" y="589384"/>
                  <a:pt x="1109980" y="673204"/>
                  <a:pt x="1009650" y="703684"/>
                </a:cubicBezTo>
                <a:cubicBezTo>
                  <a:pt x="885190" y="741784"/>
                  <a:pt x="763270" y="704954"/>
                  <a:pt x="687070" y="671934"/>
                </a:cubicBezTo>
                <a:lnTo>
                  <a:pt x="687070" y="506834"/>
                </a:lnTo>
                <a:cubicBezTo>
                  <a:pt x="750570" y="552554"/>
                  <a:pt x="806450" y="576684"/>
                  <a:pt x="876300" y="577954"/>
                </a:cubicBezTo>
                <a:cubicBezTo>
                  <a:pt x="918210" y="579224"/>
                  <a:pt x="981710" y="558904"/>
                  <a:pt x="981710" y="500484"/>
                </a:cubicBezTo>
                <a:cubicBezTo>
                  <a:pt x="981710" y="449684"/>
                  <a:pt x="935990" y="434444"/>
                  <a:pt x="909320" y="420474"/>
                </a:cubicBezTo>
                <a:cubicBezTo>
                  <a:pt x="758190" y="337924"/>
                  <a:pt x="803910" y="171554"/>
                  <a:pt x="941070" y="157584"/>
                </a:cubicBezTo>
                <a:close/>
                <a:moveTo>
                  <a:pt x="2136140" y="20424"/>
                </a:moveTo>
                <a:lnTo>
                  <a:pt x="2321560" y="20424"/>
                </a:lnTo>
                <a:lnTo>
                  <a:pt x="2321560" y="562714"/>
                </a:lnTo>
                <a:lnTo>
                  <a:pt x="2575560" y="562714"/>
                </a:lnTo>
                <a:lnTo>
                  <a:pt x="2575560" y="706224"/>
                </a:lnTo>
                <a:lnTo>
                  <a:pt x="2136140" y="706224"/>
                </a:lnTo>
                <a:close/>
                <a:moveTo>
                  <a:pt x="1346200" y="20424"/>
                </a:moveTo>
                <a:lnTo>
                  <a:pt x="1551940" y="20424"/>
                </a:lnTo>
                <a:lnTo>
                  <a:pt x="1648460" y="431904"/>
                </a:lnTo>
                <a:lnTo>
                  <a:pt x="1743710" y="20424"/>
                </a:lnTo>
                <a:lnTo>
                  <a:pt x="1950720" y="20424"/>
                </a:lnTo>
                <a:lnTo>
                  <a:pt x="2039620" y="706224"/>
                </a:lnTo>
                <a:lnTo>
                  <a:pt x="1846580" y="706224"/>
                </a:lnTo>
                <a:lnTo>
                  <a:pt x="1813560" y="274424"/>
                </a:lnTo>
                <a:lnTo>
                  <a:pt x="1723390" y="706224"/>
                </a:lnTo>
                <a:lnTo>
                  <a:pt x="1572260" y="706224"/>
                </a:lnTo>
                <a:lnTo>
                  <a:pt x="1483360" y="274424"/>
                </a:lnTo>
                <a:lnTo>
                  <a:pt x="1449070" y="706224"/>
                </a:lnTo>
                <a:lnTo>
                  <a:pt x="1257300" y="706224"/>
                </a:lnTo>
                <a:close/>
                <a:moveTo>
                  <a:pt x="205740" y="20424"/>
                </a:moveTo>
                <a:lnTo>
                  <a:pt x="439420" y="20424"/>
                </a:lnTo>
                <a:lnTo>
                  <a:pt x="645160" y="706224"/>
                </a:lnTo>
                <a:lnTo>
                  <a:pt x="439420" y="706224"/>
                </a:lnTo>
                <a:lnTo>
                  <a:pt x="411480" y="583034"/>
                </a:lnTo>
                <a:lnTo>
                  <a:pt x="232410" y="583034"/>
                </a:lnTo>
                <a:lnTo>
                  <a:pt x="204470" y="706224"/>
                </a:lnTo>
                <a:lnTo>
                  <a:pt x="0" y="706224"/>
                </a:lnTo>
                <a:close/>
                <a:moveTo>
                  <a:pt x="994112" y="422"/>
                </a:moveTo>
                <a:cubicBezTo>
                  <a:pt x="1046321" y="2724"/>
                  <a:pt x="1097597" y="14392"/>
                  <a:pt x="1140459" y="34395"/>
                </a:cubicBezTo>
                <a:cubicBezTo>
                  <a:pt x="1143000" y="75035"/>
                  <a:pt x="1146809" y="118215"/>
                  <a:pt x="1140459" y="212195"/>
                </a:cubicBezTo>
                <a:cubicBezTo>
                  <a:pt x="970280" y="63605"/>
                  <a:pt x="703580" y="123295"/>
                  <a:pt x="701040" y="260455"/>
                </a:cubicBezTo>
                <a:cubicBezTo>
                  <a:pt x="672465" y="70907"/>
                  <a:pt x="837486" y="-6483"/>
                  <a:pt x="994112" y="42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Graphic 4907">
            <a:extLst>
              <a:ext uri="{FF2B5EF4-FFF2-40B4-BE49-F238E27FC236}">
                <a16:creationId xmlns:a16="http://schemas.microsoft.com/office/drawing/2014/main" id="{22AFA129-B012-46CD-AC08-0FE087D3976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black">
          <a:xfrm>
            <a:off x="8711708" y="3175577"/>
            <a:ext cx="332692" cy="465562"/>
            <a:chOff x="24624313" y="3946220"/>
            <a:chExt cx="1065476" cy="1490999"/>
          </a:xfrm>
          <a:solidFill>
            <a:srgbClr val="FFFFFF"/>
          </a:solidFill>
        </p:grpSpPr>
        <p:sp>
          <p:nvSpPr>
            <p:cNvPr id="47" name="Vrije vorm: vorm 4910">
              <a:extLst>
                <a:ext uri="{FF2B5EF4-FFF2-40B4-BE49-F238E27FC236}">
                  <a16:creationId xmlns:a16="http://schemas.microsoft.com/office/drawing/2014/main" id="{FAC3AB7A-2583-4658-9136-BA324BD78711}"/>
                </a:ext>
              </a:extLst>
            </p:cNvPr>
            <p:cNvSpPr/>
            <p:nvPr/>
          </p:nvSpPr>
          <p:spPr bwMode="black">
            <a:xfrm>
              <a:off x="24624313" y="3946220"/>
              <a:ext cx="1065476" cy="1490999"/>
            </a:xfrm>
            <a:custGeom>
              <a:avLst/>
              <a:gdLst>
                <a:gd name="connsiteX0" fmla="*/ 967708 w 1065476"/>
                <a:gd name="connsiteY0" fmla="*/ 192139 h 1490999"/>
                <a:gd name="connsiteX1" fmla="*/ 533474 w 1065476"/>
                <a:gd name="connsiteY1" fmla="*/ 0 h 1490999"/>
                <a:gd name="connsiteX2" fmla="*/ 99239 w 1065476"/>
                <a:gd name="connsiteY2" fmla="*/ 192139 h 1490999"/>
                <a:gd name="connsiteX3" fmla="*/ 7012 w 1065476"/>
                <a:gd name="connsiteY3" fmla="*/ 534147 h 1490999"/>
                <a:gd name="connsiteX4" fmla="*/ 506574 w 1065476"/>
                <a:gd name="connsiteY4" fmla="*/ 1452571 h 1490999"/>
                <a:gd name="connsiteX5" fmla="*/ 533474 w 1065476"/>
                <a:gd name="connsiteY5" fmla="*/ 1490999 h 1490999"/>
                <a:gd name="connsiteX6" fmla="*/ 560373 w 1065476"/>
                <a:gd name="connsiteY6" fmla="*/ 1452571 h 1490999"/>
                <a:gd name="connsiteX7" fmla="*/ 1059934 w 1065476"/>
                <a:gd name="connsiteY7" fmla="*/ 534147 h 1490999"/>
                <a:gd name="connsiteX8" fmla="*/ 967708 w 1065476"/>
                <a:gd name="connsiteY8" fmla="*/ 192139 h 1490999"/>
                <a:gd name="connsiteX9" fmla="*/ 994608 w 1065476"/>
                <a:gd name="connsiteY9" fmla="*/ 522618 h 1490999"/>
                <a:gd name="connsiteX10" fmla="*/ 529631 w 1065476"/>
                <a:gd name="connsiteY10" fmla="*/ 1379559 h 1490999"/>
                <a:gd name="connsiteX11" fmla="*/ 68497 w 1065476"/>
                <a:gd name="connsiteY11" fmla="*/ 522618 h 1490999"/>
                <a:gd name="connsiteX12" fmla="*/ 145353 w 1065476"/>
                <a:gd name="connsiteY12" fmla="*/ 230567 h 1490999"/>
                <a:gd name="connsiteX13" fmla="*/ 529631 w 1065476"/>
                <a:gd name="connsiteY13" fmla="*/ 57642 h 1490999"/>
                <a:gd name="connsiteX14" fmla="*/ 913909 w 1065476"/>
                <a:gd name="connsiteY14" fmla="*/ 230567 h 1490999"/>
                <a:gd name="connsiteX15" fmla="*/ 994608 w 1065476"/>
                <a:gd name="connsiteY15" fmla="*/ 522618 h 149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65476" h="1490999">
                  <a:moveTo>
                    <a:pt x="967708" y="192139"/>
                  </a:moveTo>
                  <a:cubicBezTo>
                    <a:pt x="867795" y="73013"/>
                    <a:pt x="702556" y="0"/>
                    <a:pt x="533474" y="0"/>
                  </a:cubicBezTo>
                  <a:cubicBezTo>
                    <a:pt x="364390" y="0"/>
                    <a:pt x="199151" y="73013"/>
                    <a:pt x="99239" y="192139"/>
                  </a:cubicBezTo>
                  <a:cubicBezTo>
                    <a:pt x="18540" y="292051"/>
                    <a:pt x="-16045" y="411178"/>
                    <a:pt x="7012" y="534147"/>
                  </a:cubicBezTo>
                  <a:cubicBezTo>
                    <a:pt x="49283" y="757028"/>
                    <a:pt x="487360" y="1425672"/>
                    <a:pt x="506574" y="1452571"/>
                  </a:cubicBezTo>
                  <a:lnTo>
                    <a:pt x="533474" y="1490999"/>
                  </a:lnTo>
                  <a:lnTo>
                    <a:pt x="560373" y="1452571"/>
                  </a:lnTo>
                  <a:cubicBezTo>
                    <a:pt x="579586" y="1421829"/>
                    <a:pt x="1021506" y="745500"/>
                    <a:pt x="1059934" y="534147"/>
                  </a:cubicBezTo>
                  <a:cubicBezTo>
                    <a:pt x="1079148" y="407335"/>
                    <a:pt x="1048406" y="288209"/>
                    <a:pt x="967708" y="192139"/>
                  </a:cubicBezTo>
                  <a:moveTo>
                    <a:pt x="994608" y="522618"/>
                  </a:moveTo>
                  <a:cubicBezTo>
                    <a:pt x="963865" y="691701"/>
                    <a:pt x="629543" y="1225847"/>
                    <a:pt x="529631" y="1379559"/>
                  </a:cubicBezTo>
                  <a:cubicBezTo>
                    <a:pt x="433561" y="1229690"/>
                    <a:pt x="99239" y="703229"/>
                    <a:pt x="68497" y="522618"/>
                  </a:cubicBezTo>
                  <a:cubicBezTo>
                    <a:pt x="45440" y="388121"/>
                    <a:pt x="95396" y="288209"/>
                    <a:pt x="145353" y="230567"/>
                  </a:cubicBezTo>
                  <a:cubicBezTo>
                    <a:pt x="233736" y="126812"/>
                    <a:pt x="379763" y="57642"/>
                    <a:pt x="529631" y="57642"/>
                  </a:cubicBezTo>
                  <a:cubicBezTo>
                    <a:pt x="679499" y="57642"/>
                    <a:pt x="825524" y="122969"/>
                    <a:pt x="913909" y="230567"/>
                  </a:cubicBezTo>
                  <a:cubicBezTo>
                    <a:pt x="967708" y="288209"/>
                    <a:pt x="1021506" y="388121"/>
                    <a:pt x="994608" y="522618"/>
                  </a:cubicBezTo>
                </a:path>
              </a:pathLst>
            </a:custGeom>
            <a:solidFill>
              <a:srgbClr val="FFFFFF"/>
            </a:solidFill>
            <a:ln w="384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baseline="0">
                <a:solidFill>
                  <a:schemeClr val="bg1"/>
                </a:solidFill>
              </a:endParaRPr>
            </a:p>
          </p:txBody>
        </p:sp>
        <p:sp>
          <p:nvSpPr>
            <p:cNvPr id="54" name="Vrije vorm: vorm 4911">
              <a:extLst>
                <a:ext uri="{FF2B5EF4-FFF2-40B4-BE49-F238E27FC236}">
                  <a16:creationId xmlns:a16="http://schemas.microsoft.com/office/drawing/2014/main" id="{C71F4A9C-FE68-45F4-9759-DC7F9D688760}"/>
                </a:ext>
              </a:extLst>
            </p:cNvPr>
            <p:cNvSpPr/>
            <p:nvPr/>
          </p:nvSpPr>
          <p:spPr bwMode="black">
            <a:xfrm>
              <a:off x="24877263" y="4161416"/>
              <a:ext cx="561046" cy="561046"/>
            </a:xfrm>
            <a:custGeom>
              <a:avLst/>
              <a:gdLst>
                <a:gd name="connsiteX0" fmla="*/ 280524 w 561046"/>
                <a:gd name="connsiteY0" fmla="*/ 0 h 561046"/>
                <a:gd name="connsiteX1" fmla="*/ 0 w 561046"/>
                <a:gd name="connsiteY1" fmla="*/ 280523 h 561046"/>
                <a:gd name="connsiteX2" fmla="*/ 280524 w 561046"/>
                <a:gd name="connsiteY2" fmla="*/ 561046 h 561046"/>
                <a:gd name="connsiteX3" fmla="*/ 280524 w 561046"/>
                <a:gd name="connsiteY3" fmla="*/ 499562 h 561046"/>
                <a:gd name="connsiteX4" fmla="*/ 61485 w 561046"/>
                <a:gd name="connsiteY4" fmla="*/ 280523 h 561046"/>
                <a:gd name="connsiteX5" fmla="*/ 280524 w 561046"/>
                <a:gd name="connsiteY5" fmla="*/ 61484 h 561046"/>
                <a:gd name="connsiteX6" fmla="*/ 499562 w 561046"/>
                <a:gd name="connsiteY6" fmla="*/ 280523 h 561046"/>
                <a:gd name="connsiteX7" fmla="*/ 561046 w 561046"/>
                <a:gd name="connsiteY7" fmla="*/ 280523 h 561046"/>
                <a:gd name="connsiteX8" fmla="*/ 280524 w 561046"/>
                <a:gd name="connsiteY8" fmla="*/ 0 h 56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046" h="561046">
                  <a:moveTo>
                    <a:pt x="280524" y="0"/>
                  </a:moveTo>
                  <a:cubicBezTo>
                    <a:pt x="122969" y="0"/>
                    <a:pt x="0" y="122969"/>
                    <a:pt x="0" y="280523"/>
                  </a:cubicBezTo>
                  <a:cubicBezTo>
                    <a:pt x="0" y="438077"/>
                    <a:pt x="122969" y="561046"/>
                    <a:pt x="280524" y="561046"/>
                  </a:cubicBezTo>
                  <a:lnTo>
                    <a:pt x="280524" y="499562"/>
                  </a:lnTo>
                  <a:cubicBezTo>
                    <a:pt x="157554" y="499562"/>
                    <a:pt x="61485" y="403492"/>
                    <a:pt x="61485" y="280523"/>
                  </a:cubicBezTo>
                  <a:cubicBezTo>
                    <a:pt x="61485" y="157554"/>
                    <a:pt x="157554" y="61484"/>
                    <a:pt x="280524" y="61484"/>
                  </a:cubicBezTo>
                  <a:cubicBezTo>
                    <a:pt x="403492" y="61484"/>
                    <a:pt x="499562" y="157554"/>
                    <a:pt x="499562" y="280523"/>
                  </a:cubicBezTo>
                  <a:lnTo>
                    <a:pt x="561046" y="280523"/>
                  </a:lnTo>
                  <a:cubicBezTo>
                    <a:pt x="561046" y="122969"/>
                    <a:pt x="438077" y="0"/>
                    <a:pt x="280524" y="0"/>
                  </a:cubicBezTo>
                </a:path>
              </a:pathLst>
            </a:custGeom>
            <a:solidFill>
              <a:srgbClr val="FFFFFF"/>
            </a:solidFill>
            <a:ln w="384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baseline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Graphic 4907">
            <a:extLst>
              <a:ext uri="{FF2B5EF4-FFF2-40B4-BE49-F238E27FC236}">
                <a16:creationId xmlns:a16="http://schemas.microsoft.com/office/drawing/2014/main" id="{CB81D5B0-8EBA-4ADA-B97C-1B547263B214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 bwMode="black">
          <a:xfrm>
            <a:off x="4967227" y="3167263"/>
            <a:ext cx="379973" cy="465563"/>
            <a:chOff x="8107365" y="4049975"/>
            <a:chExt cx="1125934" cy="1379558"/>
          </a:xfrm>
          <a:solidFill>
            <a:srgbClr val="FFFFFF"/>
          </a:solidFill>
        </p:grpSpPr>
        <p:sp>
          <p:nvSpPr>
            <p:cNvPr id="56" name="Vrije vorm: vorm 4913">
              <a:extLst>
                <a:ext uri="{FF2B5EF4-FFF2-40B4-BE49-F238E27FC236}">
                  <a16:creationId xmlns:a16="http://schemas.microsoft.com/office/drawing/2014/main" id="{D1255CF1-ACFC-4C77-8569-E24B7172CB4D}"/>
                </a:ext>
              </a:extLst>
            </p:cNvPr>
            <p:cNvSpPr/>
            <p:nvPr/>
          </p:nvSpPr>
          <p:spPr bwMode="black">
            <a:xfrm>
              <a:off x="8295662" y="4049975"/>
              <a:ext cx="753185" cy="753185"/>
            </a:xfrm>
            <a:custGeom>
              <a:avLst/>
              <a:gdLst>
                <a:gd name="connsiteX0" fmla="*/ 376593 w 753185"/>
                <a:gd name="connsiteY0" fmla="*/ 753185 h 753185"/>
                <a:gd name="connsiteX1" fmla="*/ 0 w 753185"/>
                <a:gd name="connsiteY1" fmla="*/ 376593 h 753185"/>
                <a:gd name="connsiteX2" fmla="*/ 376593 w 753185"/>
                <a:gd name="connsiteY2" fmla="*/ 0 h 753185"/>
                <a:gd name="connsiteX3" fmla="*/ 753185 w 753185"/>
                <a:gd name="connsiteY3" fmla="*/ 376593 h 753185"/>
                <a:gd name="connsiteX4" fmla="*/ 376593 w 753185"/>
                <a:gd name="connsiteY4" fmla="*/ 753185 h 753185"/>
                <a:gd name="connsiteX5" fmla="*/ 376593 w 753185"/>
                <a:gd name="connsiteY5" fmla="*/ 65327 h 753185"/>
                <a:gd name="connsiteX6" fmla="*/ 65327 w 753185"/>
                <a:gd name="connsiteY6" fmla="*/ 376593 h 753185"/>
                <a:gd name="connsiteX7" fmla="*/ 376593 w 753185"/>
                <a:gd name="connsiteY7" fmla="*/ 687858 h 753185"/>
                <a:gd name="connsiteX8" fmla="*/ 687858 w 753185"/>
                <a:gd name="connsiteY8" fmla="*/ 376593 h 753185"/>
                <a:gd name="connsiteX9" fmla="*/ 376593 w 753185"/>
                <a:gd name="connsiteY9" fmla="*/ 65327 h 753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3185" h="753185">
                  <a:moveTo>
                    <a:pt x="376593" y="753185"/>
                  </a:moveTo>
                  <a:cubicBezTo>
                    <a:pt x="169082" y="753185"/>
                    <a:pt x="0" y="584103"/>
                    <a:pt x="0" y="376593"/>
                  </a:cubicBezTo>
                  <a:cubicBezTo>
                    <a:pt x="0" y="169082"/>
                    <a:pt x="169082" y="0"/>
                    <a:pt x="376593" y="0"/>
                  </a:cubicBezTo>
                  <a:cubicBezTo>
                    <a:pt x="584103" y="0"/>
                    <a:pt x="753185" y="169082"/>
                    <a:pt x="753185" y="376593"/>
                  </a:cubicBezTo>
                  <a:cubicBezTo>
                    <a:pt x="753185" y="584103"/>
                    <a:pt x="584103" y="753185"/>
                    <a:pt x="376593" y="753185"/>
                  </a:cubicBezTo>
                  <a:moveTo>
                    <a:pt x="376593" y="65327"/>
                  </a:moveTo>
                  <a:cubicBezTo>
                    <a:pt x="203667" y="65327"/>
                    <a:pt x="65327" y="207510"/>
                    <a:pt x="65327" y="376593"/>
                  </a:cubicBezTo>
                  <a:cubicBezTo>
                    <a:pt x="65327" y="549518"/>
                    <a:pt x="207510" y="687858"/>
                    <a:pt x="376593" y="687858"/>
                  </a:cubicBezTo>
                  <a:cubicBezTo>
                    <a:pt x="545675" y="687858"/>
                    <a:pt x="687858" y="545675"/>
                    <a:pt x="687858" y="376593"/>
                  </a:cubicBezTo>
                  <a:cubicBezTo>
                    <a:pt x="687858" y="207510"/>
                    <a:pt x="549518" y="65327"/>
                    <a:pt x="376593" y="65327"/>
                  </a:cubicBezTo>
                </a:path>
              </a:pathLst>
            </a:custGeom>
            <a:solidFill>
              <a:srgbClr val="FFFFFF"/>
            </a:solidFill>
            <a:ln w="384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" name="Vrije vorm: vorm 4914">
              <a:extLst>
                <a:ext uri="{FF2B5EF4-FFF2-40B4-BE49-F238E27FC236}">
                  <a16:creationId xmlns:a16="http://schemas.microsoft.com/office/drawing/2014/main" id="{D5E9E5AC-F91B-4A84-8FE5-924686616EF7}"/>
                </a:ext>
              </a:extLst>
            </p:cNvPr>
            <p:cNvSpPr/>
            <p:nvPr/>
          </p:nvSpPr>
          <p:spPr bwMode="black">
            <a:xfrm>
              <a:off x="8107365" y="4868487"/>
              <a:ext cx="1125934" cy="561046"/>
            </a:xfrm>
            <a:custGeom>
              <a:avLst/>
              <a:gdLst>
                <a:gd name="connsiteX0" fmla="*/ 1125935 w 1125934"/>
                <a:gd name="connsiteY0" fmla="*/ 561046 h 561046"/>
                <a:gd name="connsiteX1" fmla="*/ 1064451 w 1125934"/>
                <a:gd name="connsiteY1" fmla="*/ 561046 h 561046"/>
                <a:gd name="connsiteX2" fmla="*/ 1064451 w 1125934"/>
                <a:gd name="connsiteY2" fmla="*/ 61484 h 561046"/>
                <a:gd name="connsiteX3" fmla="*/ 61485 w 1125934"/>
                <a:gd name="connsiteY3" fmla="*/ 61484 h 561046"/>
                <a:gd name="connsiteX4" fmla="*/ 61485 w 1125934"/>
                <a:gd name="connsiteY4" fmla="*/ 561046 h 561046"/>
                <a:gd name="connsiteX5" fmla="*/ 0 w 1125934"/>
                <a:gd name="connsiteY5" fmla="*/ 561046 h 561046"/>
                <a:gd name="connsiteX6" fmla="*/ 0 w 1125934"/>
                <a:gd name="connsiteY6" fmla="*/ 0 h 561046"/>
                <a:gd name="connsiteX7" fmla="*/ 1125935 w 1125934"/>
                <a:gd name="connsiteY7" fmla="*/ 0 h 56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5934" h="561046">
                  <a:moveTo>
                    <a:pt x="1125935" y="561046"/>
                  </a:moveTo>
                  <a:lnTo>
                    <a:pt x="1064451" y="561046"/>
                  </a:lnTo>
                  <a:lnTo>
                    <a:pt x="1064451" y="61484"/>
                  </a:lnTo>
                  <a:lnTo>
                    <a:pt x="61485" y="61484"/>
                  </a:lnTo>
                  <a:lnTo>
                    <a:pt x="61485" y="561046"/>
                  </a:lnTo>
                  <a:lnTo>
                    <a:pt x="0" y="561046"/>
                  </a:lnTo>
                  <a:lnTo>
                    <a:pt x="0" y="0"/>
                  </a:lnTo>
                  <a:lnTo>
                    <a:pt x="1125935" y="0"/>
                  </a:lnTo>
                  <a:close/>
                </a:path>
              </a:pathLst>
            </a:custGeom>
            <a:solidFill>
              <a:srgbClr val="FFFFFF"/>
            </a:solidFill>
            <a:ln w="384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6" name="Firstname Lastname">
            <a:extLst>
              <a:ext uri="{FF2B5EF4-FFF2-40B4-BE49-F238E27FC236}">
                <a16:creationId xmlns:a16="http://schemas.microsoft.com/office/drawing/2014/main" id="{411E9401-EC09-478E-A9B1-7F39EE0E1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4109" y="3314653"/>
            <a:ext cx="2310293" cy="175433"/>
          </a:xfrm>
        </p:spPr>
        <p:txBody>
          <a:bodyPr/>
          <a:lstStyle>
            <a:lvl1pPr>
              <a:defRPr sz="1200" b="1" i="0" baseline="0">
                <a:solidFill>
                  <a:schemeClr val="bg1"/>
                </a:solidFill>
              </a:defRPr>
            </a:lvl1pPr>
            <a:lvl2pPr>
              <a:defRPr sz="1200" baseline="0">
                <a:solidFill>
                  <a:schemeClr val="bg1"/>
                </a:solidFill>
              </a:defRPr>
            </a:lvl2pPr>
            <a:lvl3pPr>
              <a:defRPr sz="1200" baseline="0">
                <a:solidFill>
                  <a:schemeClr val="bg1"/>
                </a:solidFill>
              </a:defRPr>
            </a:lvl3pPr>
            <a:lvl4pPr>
              <a:defRPr sz="1200" baseline="0">
                <a:solidFill>
                  <a:schemeClr val="bg1"/>
                </a:solidFill>
              </a:defRPr>
            </a:lvl4pPr>
            <a:lvl5pPr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" name="Position and Title">
            <a:extLst>
              <a:ext uri="{FF2B5EF4-FFF2-40B4-BE49-F238E27FC236}">
                <a16:creationId xmlns:a16="http://schemas.microsoft.com/office/drawing/2014/main" id="{AA8E0F45-751A-4330-8A52-962E992533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65751" y="3495097"/>
            <a:ext cx="2308247" cy="175433"/>
          </a:xfrm>
        </p:spPr>
        <p:txBody>
          <a:bodyPr/>
          <a:lstStyle>
            <a:lvl1pPr>
              <a:defRPr sz="1200" b="1" i="0" baseline="0">
                <a:solidFill>
                  <a:schemeClr val="bg1"/>
                </a:solidFill>
              </a:defRPr>
            </a:lvl1pPr>
            <a:lvl2pPr>
              <a:defRPr sz="1200" baseline="0">
                <a:solidFill>
                  <a:schemeClr val="bg1"/>
                </a:solidFill>
              </a:defRPr>
            </a:lvl2pPr>
            <a:lvl3pPr>
              <a:defRPr sz="1200" baseline="0">
                <a:solidFill>
                  <a:schemeClr val="bg1"/>
                </a:solidFill>
              </a:defRPr>
            </a:lvl3pPr>
            <a:lvl4pPr>
              <a:defRPr sz="1200" baseline="0">
                <a:solidFill>
                  <a:schemeClr val="bg1"/>
                </a:solidFill>
              </a:defRPr>
            </a:lvl4pPr>
            <a:lvl5pPr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Position and Title</a:t>
            </a:r>
          </a:p>
        </p:txBody>
      </p:sp>
      <p:sp>
        <p:nvSpPr>
          <p:cNvPr id="10" name="Telephone">
            <a:extLst>
              <a:ext uri="{FF2B5EF4-FFF2-40B4-BE49-F238E27FC236}">
                <a16:creationId xmlns:a16="http://schemas.microsoft.com/office/drawing/2014/main" id="{3D171C7F-54D2-4D60-BCFF-93803838E6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65752" y="4033929"/>
            <a:ext cx="2649894" cy="175434"/>
          </a:xfrm>
        </p:spPr>
        <p:txBody>
          <a:bodyPr/>
          <a:lstStyle>
            <a:lvl1pPr>
              <a:defRPr sz="1200" baseline="0">
                <a:solidFill>
                  <a:schemeClr val="bg1"/>
                </a:solidFill>
              </a:defRPr>
            </a:lvl1pPr>
            <a:lvl2pPr>
              <a:defRPr sz="1200" baseline="0">
                <a:solidFill>
                  <a:schemeClr val="bg1"/>
                </a:solidFill>
              </a:defRPr>
            </a:lvl2pPr>
            <a:lvl3pPr>
              <a:defRPr sz="1200" baseline="0">
                <a:solidFill>
                  <a:schemeClr val="bg1"/>
                </a:solidFill>
              </a:defRPr>
            </a:lvl3pPr>
            <a:lvl4pPr>
              <a:defRPr sz="1200" baseline="0">
                <a:solidFill>
                  <a:schemeClr val="bg1"/>
                </a:solidFill>
              </a:defRPr>
            </a:lvl4pPr>
            <a:lvl5pPr>
              <a:defRPr sz="1200" baseline="0">
                <a:solidFill>
                  <a:schemeClr val="bg1"/>
                </a:solidFill>
              </a:defRPr>
            </a:lvl5pPr>
          </a:lstStyle>
          <a:p>
            <a:pPr lvl="0" defTabSz="374400">
              <a:lnSpc>
                <a:spcPct val="95000"/>
              </a:lnSpc>
              <a:spcAft>
                <a:spcPts val="0"/>
              </a:spcAft>
            </a:pPr>
            <a:r>
              <a:rPr lang="en-US" sz="1200" b="1" baseline="0">
                <a:solidFill>
                  <a:schemeClr val="bg1"/>
                </a:solidFill>
              </a:rPr>
              <a:t>+31 12 3456 7890</a:t>
            </a:r>
          </a:p>
        </p:txBody>
      </p:sp>
      <p:sp>
        <p:nvSpPr>
          <p:cNvPr id="13" name="Email">
            <a:extLst>
              <a:ext uri="{FF2B5EF4-FFF2-40B4-BE49-F238E27FC236}">
                <a16:creationId xmlns:a16="http://schemas.microsoft.com/office/drawing/2014/main" id="{0D64B803-F1AC-4FE0-A130-F5E7BB46B0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65751" y="4209364"/>
            <a:ext cx="2649887" cy="202436"/>
          </a:xfrm>
        </p:spPr>
        <p:txBody>
          <a:bodyPr/>
          <a:lstStyle>
            <a:lvl1pPr>
              <a:defRPr sz="1200" b="1" i="0" baseline="0">
                <a:solidFill>
                  <a:schemeClr val="bg1"/>
                </a:solidFill>
              </a:defRPr>
            </a:lvl1pPr>
            <a:lvl2pPr>
              <a:defRPr sz="1200" b="1" i="0" baseline="0">
                <a:solidFill>
                  <a:schemeClr val="bg1"/>
                </a:solidFill>
              </a:defRPr>
            </a:lvl2pPr>
            <a:lvl3pPr>
              <a:defRPr sz="1200" b="1" i="0" baseline="0">
                <a:solidFill>
                  <a:schemeClr val="bg1"/>
                </a:solidFill>
              </a:defRPr>
            </a:lvl3pPr>
            <a:lvl4pPr>
              <a:defRPr sz="1200" b="1" i="0" baseline="0">
                <a:solidFill>
                  <a:schemeClr val="bg1"/>
                </a:solidFill>
              </a:defRPr>
            </a:lvl4pPr>
            <a:lvl5pPr>
              <a:defRPr sz="1200" b="1" i="0" baseline="0">
                <a:solidFill>
                  <a:schemeClr val="bg1"/>
                </a:solidFill>
              </a:defRPr>
            </a:lvl5pPr>
          </a:lstStyle>
          <a:p>
            <a:pPr defTabSz="374400">
              <a:lnSpc>
                <a:spcPct val="95000"/>
              </a:lnSpc>
              <a:spcAft>
                <a:spcPts val="0"/>
              </a:spcAft>
            </a:pPr>
            <a:r>
              <a:rPr lang="en-US" sz="1200" b="1" baseline="0">
                <a:solidFill>
                  <a:schemeClr val="bg1"/>
                </a:solidFill>
              </a:rPr>
              <a:t>firstname.lastname@asml.com</a:t>
            </a:r>
          </a:p>
        </p:txBody>
      </p:sp>
      <p:sp>
        <p:nvSpPr>
          <p:cNvPr id="15" name="Location">
            <a:extLst>
              <a:ext uri="{FF2B5EF4-FFF2-40B4-BE49-F238E27FC236}">
                <a16:creationId xmlns:a16="http://schemas.microsoft.com/office/drawing/2014/main" id="{D42C81F4-24AA-4A92-BC47-EAB39A4310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3912" y="3316706"/>
            <a:ext cx="2324084" cy="175433"/>
          </a:xfrm>
        </p:spPr>
        <p:txBody>
          <a:bodyPr/>
          <a:lstStyle>
            <a:lvl1pPr>
              <a:defRPr sz="1200" b="1" i="0" baseline="0">
                <a:solidFill>
                  <a:schemeClr val="bg1"/>
                </a:solidFill>
              </a:defRPr>
            </a:lvl1pPr>
            <a:lvl2pPr>
              <a:defRPr sz="1200" b="1" i="0" baseline="0">
                <a:solidFill>
                  <a:schemeClr val="bg1"/>
                </a:solidFill>
              </a:defRPr>
            </a:lvl2pPr>
            <a:lvl3pPr>
              <a:defRPr sz="1200" b="1" i="0" baseline="0">
                <a:solidFill>
                  <a:schemeClr val="bg1"/>
                </a:solidFill>
              </a:defRPr>
            </a:lvl3pPr>
            <a:lvl4pPr>
              <a:defRPr sz="1200" b="1" i="0" baseline="0">
                <a:solidFill>
                  <a:schemeClr val="bg1"/>
                </a:solidFill>
              </a:defRPr>
            </a:lvl4pPr>
            <a:lvl5pPr>
              <a:defRPr sz="1200" b="1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Location</a:t>
            </a:r>
          </a:p>
          <a:p>
            <a:pPr lvl="1"/>
            <a:endParaRPr lang="en-US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D709E070-026E-4274-AAE0-13E74DB3601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pPr>
              <a:lnSpc>
                <a:spcPct val="110000"/>
              </a:lnSpc>
              <a:spcAft>
                <a:spcPts val="0"/>
              </a:spcAft>
            </a:pPr>
            <a:fld id="{DB389492-908D-414E-9B10-5FBA9AAE3E0E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C805A902-97AB-47D4-B6F2-D811B996FF1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2C93483A-7A5D-4EC0-B723-E000C7C69E3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pPr algn="r">
              <a:lnSpc>
                <a:spcPct val="110000"/>
              </a:lnSpc>
              <a:spcAft>
                <a:spcPts val="0"/>
              </a:spcAft>
            </a:pPr>
            <a:fld id="{A2218858-49EA-4BF8-8EFE-B88A4580565A}" type="slidenum">
              <a:rPr lang="en-US"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19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preserve="1" userDrawn="1">
  <p:cSld name="Title Slide 2">
    <p:bg>
      <p:bgPr>
        <a:gradFill>
          <a:gsLst>
            <a:gs pos="99000">
              <a:srgbClr val="00A3E0"/>
            </a:gs>
            <a:gs pos="1000">
              <a:srgbClr val="10069F"/>
            </a:gs>
          </a:gsLst>
          <a:lin ang="90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Hide background Logo">
            <a:extLst>
              <a:ext uri="{FF2B5EF4-FFF2-40B4-BE49-F238E27FC236}">
                <a16:creationId xmlns:a16="http://schemas.microsoft.com/office/drawing/2014/main" id="{78140037-05AE-4719-ADE1-27B81AE5C796}"/>
              </a:ext>
            </a:extLst>
          </p:cNvPr>
          <p:cNvSpPr/>
          <p:nvPr userDrawn="1"/>
        </p:nvSpPr>
        <p:spPr>
          <a:xfrm>
            <a:off x="339600" y="6471000"/>
            <a:ext cx="748800" cy="280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(hidden)">
            <a:extLst>
              <a:ext uri="{FF2B5EF4-FFF2-40B4-BE49-F238E27FC236}">
                <a16:creationId xmlns:a16="http://schemas.microsoft.com/office/drawing/2014/main" id="{E59104A9-6371-4B6E-ADB0-1BC485D2DE73}"/>
              </a:ext>
            </a:extLst>
          </p:cNvPr>
          <p:cNvSpPr>
            <a:spLocks noGrp="1"/>
          </p:cNvSpPr>
          <p:nvPr>
            <p:ph type="ftr" sz="quarter" idx="9"/>
          </p:nvPr>
        </p:nvSpPr>
        <p:spPr>
          <a:xfrm>
            <a:off x="12182947" y="6848947"/>
            <a:ext cx="0" cy="0"/>
          </a:xfrm>
          <a:prstGeom prst="rect">
            <a:avLst/>
          </a:prstGeom>
        </p:spPr>
        <p:txBody>
          <a:bodyPr/>
          <a:lstStyle>
            <a:lvl1pPr algn="r">
              <a:defRPr>
                <a:noFill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Slide Number Placeholder (hidden)">
            <a:extLst>
              <a:ext uri="{FF2B5EF4-FFF2-40B4-BE49-F238E27FC236}">
                <a16:creationId xmlns:a16="http://schemas.microsoft.com/office/drawing/2014/main" id="{03B6870E-CF8C-4EED-BB0D-66F9991BD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182947" y="6848947"/>
            <a:ext cx="0" cy="0"/>
          </a:xfrm>
        </p:spPr>
        <p:txBody>
          <a:bodyPr/>
          <a:lstStyle>
            <a:lvl1pPr algn="r">
              <a:defRPr>
                <a:noFill/>
              </a:defRPr>
            </a:lvl1pPr>
          </a:lstStyle>
          <a:p>
            <a:fld id="{A2218858-49EA-4BF8-8EFE-B88A4580565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28724634-FC2F-49E4-BF14-FA465D8DEE7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067950 w 12192000"/>
              <a:gd name="connsiteY0" fmla="*/ 5120150 h 6858000"/>
              <a:gd name="connsiteX1" fmla="*/ 12192000 w 12192000"/>
              <a:gd name="connsiteY1" fmla="*/ 5120150 h 6858000"/>
              <a:gd name="connsiteX2" fmla="*/ 12192000 w 12192000"/>
              <a:gd name="connsiteY2" fmla="*/ 6858000 h 6858000"/>
              <a:gd name="connsiteX3" fmla="*/ 8067950 w 12192000"/>
              <a:gd name="connsiteY3" fmla="*/ 6858000 h 6858000"/>
              <a:gd name="connsiteX4" fmla="*/ 0 w 12192000"/>
              <a:gd name="connsiteY4" fmla="*/ 5120150 h 6858000"/>
              <a:gd name="connsiteX5" fmla="*/ 8061600 w 12192000"/>
              <a:gd name="connsiteY5" fmla="*/ 5120150 h 6858000"/>
              <a:gd name="connsiteX6" fmla="*/ 8061600 w 12192000"/>
              <a:gd name="connsiteY6" fmla="*/ 6858000 h 6858000"/>
              <a:gd name="connsiteX7" fmla="*/ 0 w 12192000"/>
              <a:gd name="connsiteY7" fmla="*/ 6858000 h 6858000"/>
              <a:gd name="connsiteX8" fmla="*/ 806795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5113800 h 6858000"/>
              <a:gd name="connsiteX11" fmla="*/ 8067950 w 12192000"/>
              <a:gd name="connsiteY11" fmla="*/ 5113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8067950" y="5120150"/>
                </a:moveTo>
                <a:lnTo>
                  <a:pt x="12192000" y="5120150"/>
                </a:lnTo>
                <a:lnTo>
                  <a:pt x="12192000" y="6858000"/>
                </a:lnTo>
                <a:lnTo>
                  <a:pt x="8067950" y="6858000"/>
                </a:lnTo>
                <a:close/>
                <a:moveTo>
                  <a:pt x="0" y="5120150"/>
                </a:moveTo>
                <a:lnTo>
                  <a:pt x="8061600" y="5120150"/>
                </a:lnTo>
                <a:lnTo>
                  <a:pt x="8061600" y="6858000"/>
                </a:lnTo>
                <a:lnTo>
                  <a:pt x="0" y="6858000"/>
                </a:lnTo>
                <a:close/>
                <a:moveTo>
                  <a:pt x="8067950" y="0"/>
                </a:moveTo>
                <a:lnTo>
                  <a:pt x="12192000" y="0"/>
                </a:lnTo>
                <a:lnTo>
                  <a:pt x="12192000" y="5113800"/>
                </a:lnTo>
                <a:lnTo>
                  <a:pt x="8067950" y="5113800"/>
                </a:lnTo>
                <a:close/>
              </a:path>
            </a:pathLst>
          </a:custGeom>
          <a:noFill/>
        </p:spPr>
        <p:txBody>
          <a:bodyPr vert="horz" wrap="square" lIns="396000" tIns="0" rIns="396000" bIns="468000" rtlCol="0" anchor="ctr" anchorCtr="0">
            <a:noAutofit/>
          </a:bodyPr>
          <a:lstStyle>
            <a:lvl1pPr algn="r"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on area to add picture</a:t>
            </a:r>
          </a:p>
        </p:txBody>
      </p:sp>
      <p:grpSp>
        <p:nvGrpSpPr>
          <p:cNvPr id="104" name="Grid Decoration">
            <a:extLst>
              <a:ext uri="{FF2B5EF4-FFF2-40B4-BE49-F238E27FC236}">
                <a16:creationId xmlns:a16="http://schemas.microsoft.com/office/drawing/2014/main" id="{477C5741-C323-4904-A7E4-C6EE7E7C36B1}"/>
              </a:ext>
            </a:extLst>
          </p:cNvPr>
          <p:cNvGrpSpPr/>
          <p:nvPr/>
        </p:nvGrpSpPr>
        <p:grpSpPr bwMode="ltGray">
          <a:xfrm flipH="1">
            <a:off x="0" y="-12600"/>
            <a:ext cx="12192525" cy="6870600"/>
            <a:chOff x="-525" y="-12600"/>
            <a:chExt cx="12192525" cy="68706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91930DD-37F9-4E5C-AF98-367271E48F65}"/>
                </a:ext>
              </a:extLst>
            </p:cNvPr>
            <p:cNvCxnSpPr/>
            <p:nvPr userDrawn="1"/>
          </p:nvCxnSpPr>
          <p:spPr bwMode="ltGray">
            <a:xfrm>
              <a:off x="0" y="5113338"/>
              <a:ext cx="121920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4BECD12-13FA-465C-A5C9-F74D5C72FF86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0" y="5348288"/>
              <a:ext cx="4130675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17E3B37-8AD5-4342-A01B-490894F55388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-525" y="5582750"/>
              <a:ext cx="41312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FFCDC22-4C05-4409-A1A2-BA40843B63B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-525" y="5817212"/>
              <a:ext cx="41312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2442ECD-8E60-46BA-93E9-034AD2F2952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V="1">
              <a:off x="-525" y="6049963"/>
              <a:ext cx="4131200" cy="1712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262152-E536-45B3-B42E-FF64534BE76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-525" y="6286136"/>
              <a:ext cx="41312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3DE0786-0311-432C-BF1C-0FC4484EB54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-525" y="6520598"/>
              <a:ext cx="41312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1A26A46-5A23-4E71-86B8-D42B8AE213D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V="1">
              <a:off x="-525" y="6751638"/>
              <a:ext cx="4131200" cy="3422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932711A-14CB-4B7E-897F-0F43D5E5EA85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4130400" y="0"/>
              <a:ext cx="0" cy="68580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50FFE11-2228-4095-8213-B7DF694B07B1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2071200" y="-12600"/>
              <a:ext cx="0" cy="68580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976BF9B-BA80-4535-9BEE-4C96B17589FE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2000" y="2539800"/>
              <a:ext cx="41184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973A65C-8424-4A10-A797-3CD4EB372522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22584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9D055B9-1151-4A29-8BC8-F226B88C224E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8840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FC626A0-B95A-4A60-90B8-04C99A492EE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24456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D2E554C-FE97-4D2B-BCC1-AB142412B25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26328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F3C16FC-5417-4C75-B329-3F86AA17A1A7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28200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75E7C3B-12AE-4BB8-BBB5-6BDED40828A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0072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68D9680-1780-4095-A6A5-2D3C993B814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1944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F97DB5B-2E43-4A4E-8C59-51F0966A4136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3816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7ACA9E8-0A0A-4BEC-B611-67DE5E820CA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5688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03294FB-D050-4427-B3A7-7AB40551D4A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7560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F44C384-B751-406C-BE7A-68C3296941EA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9432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101">
              <a:extLst>
                <a:ext uri="{FF2B5EF4-FFF2-40B4-BE49-F238E27FC236}">
                  <a16:creationId xmlns:a16="http://schemas.microsoft.com/office/drawing/2014/main" id="{575287CC-10F4-4756-ACFF-FC235CC31B94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6968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102">
              <a:extLst>
                <a:ext uri="{FF2B5EF4-FFF2-40B4-BE49-F238E27FC236}">
                  <a16:creationId xmlns:a16="http://schemas.microsoft.com/office/drawing/2014/main" id="{EBBA423D-CED0-4685-B301-48162C9D196A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5096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03">
              <a:extLst>
                <a:ext uri="{FF2B5EF4-FFF2-40B4-BE49-F238E27FC236}">
                  <a16:creationId xmlns:a16="http://schemas.microsoft.com/office/drawing/2014/main" id="{EF37AE5F-737F-47BB-8C7C-73008137DF0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3224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AB332B4-661E-480F-B3A7-03A1659F61C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1352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B801BD6-B64D-436A-A2C8-FE764D59FA3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9480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2BFCE8B-EFDD-4BF9-8236-5088DA0366C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7608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C131BE53-9ED4-46DB-8379-0EAF4BA536FA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5736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96AB21B-7279-46BA-BE0B-765FFC84504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20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078673B-947B-4697-BE71-880F0EEF3245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992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75BB555-162A-44B2-96BD-4FB1C1A4B68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386400" y="5113800"/>
              <a:ext cx="0" cy="17442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Logo">
            <a:extLst>
              <a:ext uri="{FF2B5EF4-FFF2-40B4-BE49-F238E27FC236}">
                <a16:creationId xmlns:a16="http://schemas.microsoft.com/office/drawing/2014/main" id="{66B4BCD1-6E4A-40C1-85DC-38A5A7EEA082}"/>
              </a:ext>
            </a:extLst>
          </p:cNvPr>
          <p:cNvSpPr>
            <a:spLocks noChangeAspect="1"/>
          </p:cNvSpPr>
          <p:nvPr/>
        </p:nvSpPr>
        <p:spPr bwMode="black">
          <a:xfrm>
            <a:off x="5992870" y="433388"/>
            <a:ext cx="1694330" cy="468412"/>
          </a:xfrm>
          <a:custGeom>
            <a:avLst/>
            <a:gdLst>
              <a:gd name="connsiteX0" fmla="*/ 322580 w 2575560"/>
              <a:gd name="connsiteY0" fmla="*/ 171554 h 719869"/>
              <a:gd name="connsiteX1" fmla="*/ 261620 w 2575560"/>
              <a:gd name="connsiteY1" fmla="*/ 452224 h 719869"/>
              <a:gd name="connsiteX2" fmla="*/ 384810 w 2575560"/>
              <a:gd name="connsiteY2" fmla="*/ 452224 h 719869"/>
              <a:gd name="connsiteX3" fmla="*/ 941070 w 2575560"/>
              <a:gd name="connsiteY3" fmla="*/ 157584 h 719869"/>
              <a:gd name="connsiteX4" fmla="*/ 892810 w 2575560"/>
              <a:gd name="connsiteY4" fmla="*/ 212194 h 719869"/>
              <a:gd name="connsiteX5" fmla="*/ 998220 w 2575560"/>
              <a:gd name="connsiteY5" fmla="*/ 293474 h 719869"/>
              <a:gd name="connsiteX6" fmla="*/ 1195070 w 2575560"/>
              <a:gd name="connsiteY6" fmla="*/ 500484 h 719869"/>
              <a:gd name="connsiteX7" fmla="*/ 1009650 w 2575560"/>
              <a:gd name="connsiteY7" fmla="*/ 703684 h 719869"/>
              <a:gd name="connsiteX8" fmla="*/ 687070 w 2575560"/>
              <a:gd name="connsiteY8" fmla="*/ 671934 h 719869"/>
              <a:gd name="connsiteX9" fmla="*/ 687070 w 2575560"/>
              <a:gd name="connsiteY9" fmla="*/ 506834 h 719869"/>
              <a:gd name="connsiteX10" fmla="*/ 876300 w 2575560"/>
              <a:gd name="connsiteY10" fmla="*/ 577954 h 719869"/>
              <a:gd name="connsiteX11" fmla="*/ 981710 w 2575560"/>
              <a:gd name="connsiteY11" fmla="*/ 500484 h 719869"/>
              <a:gd name="connsiteX12" fmla="*/ 909320 w 2575560"/>
              <a:gd name="connsiteY12" fmla="*/ 420474 h 719869"/>
              <a:gd name="connsiteX13" fmla="*/ 941070 w 2575560"/>
              <a:gd name="connsiteY13" fmla="*/ 157584 h 719869"/>
              <a:gd name="connsiteX14" fmla="*/ 2136140 w 2575560"/>
              <a:gd name="connsiteY14" fmla="*/ 20424 h 719869"/>
              <a:gd name="connsiteX15" fmla="*/ 2321560 w 2575560"/>
              <a:gd name="connsiteY15" fmla="*/ 20424 h 719869"/>
              <a:gd name="connsiteX16" fmla="*/ 2321560 w 2575560"/>
              <a:gd name="connsiteY16" fmla="*/ 562714 h 719869"/>
              <a:gd name="connsiteX17" fmla="*/ 2575560 w 2575560"/>
              <a:gd name="connsiteY17" fmla="*/ 562714 h 719869"/>
              <a:gd name="connsiteX18" fmla="*/ 2575560 w 2575560"/>
              <a:gd name="connsiteY18" fmla="*/ 706224 h 719869"/>
              <a:gd name="connsiteX19" fmla="*/ 2136140 w 2575560"/>
              <a:gd name="connsiteY19" fmla="*/ 706224 h 719869"/>
              <a:gd name="connsiteX20" fmla="*/ 1346200 w 2575560"/>
              <a:gd name="connsiteY20" fmla="*/ 20424 h 719869"/>
              <a:gd name="connsiteX21" fmla="*/ 1551940 w 2575560"/>
              <a:gd name="connsiteY21" fmla="*/ 20424 h 719869"/>
              <a:gd name="connsiteX22" fmla="*/ 1648460 w 2575560"/>
              <a:gd name="connsiteY22" fmla="*/ 431904 h 719869"/>
              <a:gd name="connsiteX23" fmla="*/ 1743710 w 2575560"/>
              <a:gd name="connsiteY23" fmla="*/ 20424 h 719869"/>
              <a:gd name="connsiteX24" fmla="*/ 1950720 w 2575560"/>
              <a:gd name="connsiteY24" fmla="*/ 20424 h 719869"/>
              <a:gd name="connsiteX25" fmla="*/ 2039620 w 2575560"/>
              <a:gd name="connsiteY25" fmla="*/ 706224 h 719869"/>
              <a:gd name="connsiteX26" fmla="*/ 1846580 w 2575560"/>
              <a:gd name="connsiteY26" fmla="*/ 706224 h 719869"/>
              <a:gd name="connsiteX27" fmla="*/ 1813560 w 2575560"/>
              <a:gd name="connsiteY27" fmla="*/ 274424 h 719869"/>
              <a:gd name="connsiteX28" fmla="*/ 1723390 w 2575560"/>
              <a:gd name="connsiteY28" fmla="*/ 706224 h 719869"/>
              <a:gd name="connsiteX29" fmla="*/ 1572260 w 2575560"/>
              <a:gd name="connsiteY29" fmla="*/ 706224 h 719869"/>
              <a:gd name="connsiteX30" fmla="*/ 1483360 w 2575560"/>
              <a:gd name="connsiteY30" fmla="*/ 274424 h 719869"/>
              <a:gd name="connsiteX31" fmla="*/ 1449070 w 2575560"/>
              <a:gd name="connsiteY31" fmla="*/ 706224 h 719869"/>
              <a:gd name="connsiteX32" fmla="*/ 1257300 w 2575560"/>
              <a:gd name="connsiteY32" fmla="*/ 706224 h 719869"/>
              <a:gd name="connsiteX33" fmla="*/ 205740 w 2575560"/>
              <a:gd name="connsiteY33" fmla="*/ 20424 h 719869"/>
              <a:gd name="connsiteX34" fmla="*/ 439420 w 2575560"/>
              <a:gd name="connsiteY34" fmla="*/ 20424 h 719869"/>
              <a:gd name="connsiteX35" fmla="*/ 645160 w 2575560"/>
              <a:gd name="connsiteY35" fmla="*/ 706224 h 719869"/>
              <a:gd name="connsiteX36" fmla="*/ 439420 w 2575560"/>
              <a:gd name="connsiteY36" fmla="*/ 706224 h 719869"/>
              <a:gd name="connsiteX37" fmla="*/ 411480 w 2575560"/>
              <a:gd name="connsiteY37" fmla="*/ 583034 h 719869"/>
              <a:gd name="connsiteX38" fmla="*/ 232410 w 2575560"/>
              <a:gd name="connsiteY38" fmla="*/ 583034 h 719869"/>
              <a:gd name="connsiteX39" fmla="*/ 204470 w 2575560"/>
              <a:gd name="connsiteY39" fmla="*/ 706224 h 719869"/>
              <a:gd name="connsiteX40" fmla="*/ 0 w 2575560"/>
              <a:gd name="connsiteY40" fmla="*/ 706224 h 719869"/>
              <a:gd name="connsiteX41" fmla="*/ 994112 w 2575560"/>
              <a:gd name="connsiteY41" fmla="*/ 422 h 719869"/>
              <a:gd name="connsiteX42" fmla="*/ 1140459 w 2575560"/>
              <a:gd name="connsiteY42" fmla="*/ 34395 h 719869"/>
              <a:gd name="connsiteX43" fmla="*/ 1140459 w 2575560"/>
              <a:gd name="connsiteY43" fmla="*/ 212195 h 719869"/>
              <a:gd name="connsiteX44" fmla="*/ 701040 w 2575560"/>
              <a:gd name="connsiteY44" fmla="*/ 260455 h 719869"/>
              <a:gd name="connsiteX45" fmla="*/ 994112 w 2575560"/>
              <a:gd name="connsiteY45" fmla="*/ 422 h 719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575560" h="719869">
                <a:moveTo>
                  <a:pt x="322580" y="171554"/>
                </a:moveTo>
                <a:lnTo>
                  <a:pt x="261620" y="452224"/>
                </a:lnTo>
                <a:lnTo>
                  <a:pt x="384810" y="452224"/>
                </a:lnTo>
                <a:close/>
                <a:moveTo>
                  <a:pt x="941070" y="157584"/>
                </a:moveTo>
                <a:cubicBezTo>
                  <a:pt x="900430" y="170284"/>
                  <a:pt x="892810" y="191874"/>
                  <a:pt x="892810" y="212194"/>
                </a:cubicBezTo>
                <a:cubicBezTo>
                  <a:pt x="892810" y="261724"/>
                  <a:pt x="955040" y="276964"/>
                  <a:pt x="998220" y="293474"/>
                </a:cubicBezTo>
                <a:cubicBezTo>
                  <a:pt x="1069340" y="320144"/>
                  <a:pt x="1195070" y="355704"/>
                  <a:pt x="1195070" y="500484"/>
                </a:cubicBezTo>
                <a:cubicBezTo>
                  <a:pt x="1195070" y="589384"/>
                  <a:pt x="1109980" y="673204"/>
                  <a:pt x="1009650" y="703684"/>
                </a:cubicBezTo>
                <a:cubicBezTo>
                  <a:pt x="885190" y="741784"/>
                  <a:pt x="763270" y="704954"/>
                  <a:pt x="687070" y="671934"/>
                </a:cubicBezTo>
                <a:lnTo>
                  <a:pt x="687070" y="506834"/>
                </a:lnTo>
                <a:cubicBezTo>
                  <a:pt x="750570" y="552554"/>
                  <a:pt x="806450" y="576684"/>
                  <a:pt x="876300" y="577954"/>
                </a:cubicBezTo>
                <a:cubicBezTo>
                  <a:pt x="918210" y="579224"/>
                  <a:pt x="981710" y="558904"/>
                  <a:pt x="981710" y="500484"/>
                </a:cubicBezTo>
                <a:cubicBezTo>
                  <a:pt x="981710" y="449684"/>
                  <a:pt x="935990" y="434444"/>
                  <a:pt x="909320" y="420474"/>
                </a:cubicBezTo>
                <a:cubicBezTo>
                  <a:pt x="758190" y="337924"/>
                  <a:pt x="803910" y="171554"/>
                  <a:pt x="941070" y="157584"/>
                </a:cubicBezTo>
                <a:close/>
                <a:moveTo>
                  <a:pt x="2136140" y="20424"/>
                </a:moveTo>
                <a:lnTo>
                  <a:pt x="2321560" y="20424"/>
                </a:lnTo>
                <a:lnTo>
                  <a:pt x="2321560" y="562714"/>
                </a:lnTo>
                <a:lnTo>
                  <a:pt x="2575560" y="562714"/>
                </a:lnTo>
                <a:lnTo>
                  <a:pt x="2575560" y="706224"/>
                </a:lnTo>
                <a:lnTo>
                  <a:pt x="2136140" y="706224"/>
                </a:lnTo>
                <a:close/>
                <a:moveTo>
                  <a:pt x="1346200" y="20424"/>
                </a:moveTo>
                <a:lnTo>
                  <a:pt x="1551940" y="20424"/>
                </a:lnTo>
                <a:lnTo>
                  <a:pt x="1648460" y="431904"/>
                </a:lnTo>
                <a:lnTo>
                  <a:pt x="1743710" y="20424"/>
                </a:lnTo>
                <a:lnTo>
                  <a:pt x="1950720" y="20424"/>
                </a:lnTo>
                <a:lnTo>
                  <a:pt x="2039620" y="706224"/>
                </a:lnTo>
                <a:lnTo>
                  <a:pt x="1846580" y="706224"/>
                </a:lnTo>
                <a:lnTo>
                  <a:pt x="1813560" y="274424"/>
                </a:lnTo>
                <a:lnTo>
                  <a:pt x="1723390" y="706224"/>
                </a:lnTo>
                <a:lnTo>
                  <a:pt x="1572260" y="706224"/>
                </a:lnTo>
                <a:lnTo>
                  <a:pt x="1483360" y="274424"/>
                </a:lnTo>
                <a:lnTo>
                  <a:pt x="1449070" y="706224"/>
                </a:lnTo>
                <a:lnTo>
                  <a:pt x="1257300" y="706224"/>
                </a:lnTo>
                <a:close/>
                <a:moveTo>
                  <a:pt x="205740" y="20424"/>
                </a:moveTo>
                <a:lnTo>
                  <a:pt x="439420" y="20424"/>
                </a:lnTo>
                <a:lnTo>
                  <a:pt x="645160" y="706224"/>
                </a:lnTo>
                <a:lnTo>
                  <a:pt x="439420" y="706224"/>
                </a:lnTo>
                <a:lnTo>
                  <a:pt x="411480" y="583034"/>
                </a:lnTo>
                <a:lnTo>
                  <a:pt x="232410" y="583034"/>
                </a:lnTo>
                <a:lnTo>
                  <a:pt x="204470" y="706224"/>
                </a:lnTo>
                <a:lnTo>
                  <a:pt x="0" y="706224"/>
                </a:lnTo>
                <a:close/>
                <a:moveTo>
                  <a:pt x="994112" y="422"/>
                </a:moveTo>
                <a:cubicBezTo>
                  <a:pt x="1046321" y="2724"/>
                  <a:pt x="1097597" y="14392"/>
                  <a:pt x="1140459" y="34395"/>
                </a:cubicBezTo>
                <a:cubicBezTo>
                  <a:pt x="1143000" y="75035"/>
                  <a:pt x="1146809" y="118215"/>
                  <a:pt x="1140459" y="212195"/>
                </a:cubicBezTo>
                <a:cubicBezTo>
                  <a:pt x="970280" y="63605"/>
                  <a:pt x="703580" y="123295"/>
                  <a:pt x="701040" y="260455"/>
                </a:cubicBezTo>
                <a:cubicBezTo>
                  <a:pt x="672465" y="70907"/>
                  <a:pt x="837486" y="-6483"/>
                  <a:pt x="994112" y="42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MIO_AGENDA_IGNORE_NAVIGATION" hidden="1">
            <a:extLst>
              <a:ext uri="{FF2B5EF4-FFF2-40B4-BE49-F238E27FC236}">
                <a16:creationId xmlns:a16="http://schemas.microsoft.com/office/drawing/2014/main" id="{FDC5ACF3-2095-4CCB-B69B-BAAD8356247F}"/>
              </a:ext>
            </a:extLst>
          </p:cNvPr>
          <p:cNvSpPr/>
          <p:nvPr/>
        </p:nvSpPr>
        <p:spPr>
          <a:xfrm>
            <a:off x="11804960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MIO_AGENDA_IGNORE_CHAPTER_REFERENCE" hidden="1">
            <a:extLst>
              <a:ext uri="{FF2B5EF4-FFF2-40B4-BE49-F238E27FC236}">
                <a16:creationId xmlns:a16="http://schemas.microsoft.com/office/drawing/2014/main" id="{C759E26B-7FE4-470B-BFA8-6BC2F2DCC023}"/>
              </a:ext>
            </a:extLst>
          </p:cNvPr>
          <p:cNvSpPr/>
          <p:nvPr/>
        </p:nvSpPr>
        <p:spPr>
          <a:xfrm>
            <a:off x="11517578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Date Placeholder">
            <a:extLst>
              <a:ext uri="{FF2B5EF4-FFF2-40B4-BE49-F238E27FC236}">
                <a16:creationId xmlns:a16="http://schemas.microsoft.com/office/drawing/2014/main" id="{647B78B9-A503-40FD-AF98-15AB8F88095A}"/>
              </a:ext>
            </a:extLst>
          </p:cNvPr>
          <p:cNvSpPr>
            <a:spLocks noGrp="1"/>
          </p:cNvSpPr>
          <p:nvPr>
            <p:ph type="dt" sz="half" idx="8"/>
          </p:nvPr>
        </p:nvSpPr>
        <p:spPr>
          <a:xfrm>
            <a:off x="386926" y="3614462"/>
            <a:ext cx="5849475" cy="422938"/>
          </a:xfrm>
        </p:spPr>
        <p:txBody>
          <a:bodyPr wrap="square" anchor="b">
            <a:spAutoFit/>
          </a:bodyPr>
          <a:lstStyle>
            <a:lvl1pPr algn="l" defTabSz="374400">
              <a:lnSpc>
                <a:spcPct val="95000"/>
              </a:lnSpc>
              <a:spcAft>
                <a:spcPts val="737"/>
              </a:spcAft>
              <a:defRPr sz="1600" b="0" baseline="0">
                <a:solidFill>
                  <a:schemeClr val="bg1"/>
                </a:solidFill>
              </a:defRPr>
            </a:lvl1pPr>
          </a:lstStyle>
          <a:p>
            <a:fld id="{C66D73C7-993F-4C03-B710-2144807F30C5}" type="datetime4">
              <a:rPr lang="en-US"/>
              <a:pPr/>
              <a:t>April 23, 2026</a:t>
            </a:fld>
            <a:endParaRPr lang="en-US"/>
          </a:p>
        </p:txBody>
      </p:sp>
      <p:sp>
        <p:nvSpPr>
          <p:cNvPr id="56" name="Title">
            <a:extLst>
              <a:ext uri="{FF2B5EF4-FFF2-40B4-BE49-F238E27FC236}">
                <a16:creationId xmlns:a16="http://schemas.microsoft.com/office/drawing/2014/main" id="{C6842291-ECA2-419F-9FDE-5F0D1C885C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926" y="2025000"/>
            <a:ext cx="5849475" cy="467820"/>
          </a:xfrm>
        </p:spPr>
        <p:txBody>
          <a:bodyPr tIns="0" bIns="0" anchor="b"/>
          <a:lstStyle>
            <a:lvl1pPr algn="l" defTabSz="374400">
              <a:lnSpc>
                <a:spcPct val="95000"/>
              </a:lnSpc>
              <a:spcAft>
                <a:spcPts val="0"/>
              </a:spcAft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heading</a:t>
            </a:r>
          </a:p>
        </p:txBody>
      </p:sp>
      <p:sp>
        <p:nvSpPr>
          <p:cNvPr id="57" name="Subtitle">
            <a:extLst>
              <a:ext uri="{FF2B5EF4-FFF2-40B4-BE49-F238E27FC236}">
                <a16:creationId xmlns:a16="http://schemas.microsoft.com/office/drawing/2014/main" id="{2F1235BC-9462-4616-91F5-2C03AA4294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6926" y="2492819"/>
            <a:ext cx="5849475" cy="371784"/>
          </a:xfrm>
        </p:spPr>
        <p:txBody>
          <a:bodyPr wrap="square" tIns="3600">
            <a:noAutofit/>
          </a:bodyPr>
          <a:lstStyle>
            <a:lvl1pPr>
              <a:defRPr sz="2400" b="1" baseline="0">
                <a:solidFill>
                  <a:schemeClr val="bg1"/>
                </a:solidFill>
              </a:defRPr>
            </a:lvl1pPr>
            <a:lvl2pPr>
              <a:defRPr sz="2400" baseline="0"/>
            </a:lvl2pPr>
            <a:lvl3pPr>
              <a:defRPr sz="2400" baseline="0"/>
            </a:lvl3pPr>
            <a:lvl4pPr>
              <a:defRPr sz="2400" baseline="0"/>
            </a:lvl4pPr>
            <a:lvl5pPr>
              <a:defRPr sz="2400" baseline="0"/>
            </a:lvl5pPr>
            <a:lvl6pPr>
              <a:defRPr sz="2400" baseline="0"/>
            </a:lvl6pPr>
            <a:lvl7pPr>
              <a:defRPr sz="2400" baseline="0"/>
            </a:lvl7pPr>
            <a:lvl8pPr>
              <a:defRPr sz="2400" baseline="0"/>
            </a:lvl8pPr>
            <a:lvl9pPr>
              <a:defRPr sz="2400" baseline="0"/>
            </a:lvl9pPr>
          </a:lstStyle>
          <a:p>
            <a:r>
              <a:rPr lang="en-US"/>
              <a:t>Click to edit subheading</a:t>
            </a:r>
          </a:p>
        </p:txBody>
      </p:sp>
      <p:sp>
        <p:nvSpPr>
          <p:cNvPr id="58" name="Firstname Lastname">
            <a:extLst>
              <a:ext uri="{FF2B5EF4-FFF2-40B4-BE49-F238E27FC236}">
                <a16:creationId xmlns:a16="http://schemas.microsoft.com/office/drawing/2014/main" id="{65DFEF20-E93B-4E47-9759-0A3251D2E5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6400" y="3101490"/>
            <a:ext cx="5850000" cy="2312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59" name="Position and Title">
            <a:extLst>
              <a:ext uri="{FF2B5EF4-FFF2-40B4-BE49-F238E27FC236}">
                <a16:creationId xmlns:a16="http://schemas.microsoft.com/office/drawing/2014/main" id="{EDD67CC3-05DB-42F1-8C06-E35E36F16A1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86400" y="3335400"/>
            <a:ext cx="5850000" cy="23391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Position and Title</a:t>
            </a:r>
          </a:p>
        </p:txBody>
      </p:sp>
      <p:sp>
        <p:nvSpPr>
          <p:cNvPr id="61" name="Location">
            <a:extLst>
              <a:ext uri="{FF2B5EF4-FFF2-40B4-BE49-F238E27FC236}">
                <a16:creationId xmlns:a16="http://schemas.microsoft.com/office/drawing/2014/main" id="{C42A08FB-7D66-4F1F-B6EE-667DA0F0E6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86400" y="4037400"/>
            <a:ext cx="5850000" cy="23391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62" name="Version">
            <a:extLst>
              <a:ext uri="{FF2B5EF4-FFF2-40B4-BE49-F238E27FC236}">
                <a16:creationId xmlns:a16="http://schemas.microsoft.com/office/drawing/2014/main" id="{0A2C16C9-903A-4D1F-8880-2E77A8AEC44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400" y="4645800"/>
            <a:ext cx="4867200" cy="280800"/>
          </a:xfrm>
          <a:noFill/>
        </p:spPr>
        <p:txBody>
          <a:bodyPr wrap="square" lIns="0" tIns="0" rIns="0" bIns="0" rtlCol="0" anchor="ctr" anchorCtr="0">
            <a:noAutofit/>
          </a:bodyPr>
          <a:lstStyle>
            <a:lvl1pPr>
              <a:defRPr lang="en-US" sz="1200" b="0" cap="all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5000"/>
              </a:lnSpc>
            </a:pPr>
            <a:r>
              <a:rPr lang="en-US"/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1507875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1" pos="3958">
          <p15:clr>
            <a:srgbClr val="FFFFFF"/>
          </p15:clr>
        </p15:guide>
        <p15:guide id="2" orient="horz" pos="1276">
          <p15:clr>
            <a:srgbClr val="FFFFFF"/>
          </p15:clr>
        </p15:guide>
        <p15:guide id="3" orient="horz" pos="1570">
          <p15:clr>
            <a:srgbClr val="FFFFFF"/>
          </p15:clr>
        </p15:guide>
        <p15:guide id="4" orient="horz" pos="1806">
          <p15:clr>
            <a:srgbClr val="FFFFFF"/>
          </p15:clr>
        </p15:guide>
        <p15:guide id="5" pos="243">
          <p15:clr>
            <a:srgbClr val="FFFF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1" type="secHead" preserve="1">
  <p:cSld name="Chapter Slide 1">
    <p:bg>
      <p:bgPr>
        <a:gradFill>
          <a:gsLst>
            <a:gs pos="99000">
              <a:srgbClr val="00A3E0"/>
            </a:gs>
            <a:gs pos="1000">
              <a:srgbClr val="10069F"/>
            </a:gs>
          </a:gsLst>
          <a:lin ang="90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Hide background Logo">
            <a:extLst>
              <a:ext uri="{FF2B5EF4-FFF2-40B4-BE49-F238E27FC236}">
                <a16:creationId xmlns:a16="http://schemas.microsoft.com/office/drawing/2014/main" id="{9AA93AB3-0D1A-4E84-9AA9-73865D3A1A0A}"/>
              </a:ext>
            </a:extLst>
          </p:cNvPr>
          <p:cNvSpPr/>
          <p:nvPr userDrawn="1"/>
        </p:nvSpPr>
        <p:spPr>
          <a:xfrm>
            <a:off x="339600" y="6471000"/>
            <a:ext cx="748800" cy="280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id Decoration">
            <a:extLst>
              <a:ext uri="{FF2B5EF4-FFF2-40B4-BE49-F238E27FC236}">
                <a16:creationId xmlns:a16="http://schemas.microsoft.com/office/drawing/2014/main" id="{AA8971F8-FB52-454C-8FDB-52AF1FBCDC2C}"/>
              </a:ext>
            </a:extLst>
          </p:cNvPr>
          <p:cNvGrpSpPr/>
          <p:nvPr/>
        </p:nvGrpSpPr>
        <p:grpSpPr bwMode="ltGray">
          <a:xfrm>
            <a:off x="0" y="0"/>
            <a:ext cx="12193200" cy="6858000"/>
            <a:chOff x="0" y="-446400"/>
            <a:chExt cx="12193200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B5F9863-5AFE-41E7-97DE-F8984FA81B3A}"/>
                </a:ext>
              </a:extLst>
            </p:cNvPr>
            <p:cNvCxnSpPr/>
            <p:nvPr userDrawn="1"/>
          </p:nvCxnSpPr>
          <p:spPr bwMode="ltGray">
            <a:xfrm>
              <a:off x="0" y="5135400"/>
              <a:ext cx="121920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39978D1-DDDD-4B98-8B62-CD7AFBC9268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4879200" y="-446400"/>
              <a:ext cx="0" cy="55818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C6F4663-484C-4091-BF2B-5993DC37AFC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V="1">
              <a:off x="0" y="923400"/>
              <a:ext cx="12193200" cy="44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CCEB45F-2DFA-4DEE-886F-2A49F60354D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8248525" y="-446400"/>
              <a:ext cx="0" cy="68580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FB12F43-F9BE-495F-8E87-6419F3D8D31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9372000" y="-446400"/>
              <a:ext cx="0" cy="55818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28D14B7-E4FD-4544-BC13-85FDAC80DF12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0495200" y="-446400"/>
              <a:ext cx="0" cy="55818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C9BB5AC-7E27-4FA3-AFD0-423C6C67B3B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1618400" y="-446400"/>
              <a:ext cx="0" cy="55818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78D70B9-1884-4F5C-AAF6-E95D6758120D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8248800" y="2326960"/>
              <a:ext cx="39444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7C9EAFD-D2AE-464C-B65C-978465C1EB2A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8248800" y="3730520"/>
              <a:ext cx="39444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12D9B27-7620-4033-B8DC-DCFE3B066C86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509600" y="-446400"/>
              <a:ext cx="0" cy="55818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Picture Placeholder 31">
            <a:extLst>
              <a:ext uri="{FF2B5EF4-FFF2-40B4-BE49-F238E27FC236}">
                <a16:creationId xmlns:a16="http://schemas.microsoft.com/office/drawing/2014/main" id="{CDAA5588-47AD-4287-ACF7-E2D3E17343F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248800" y="0"/>
            <a:ext cx="3943200" cy="5581800"/>
          </a:xfrm>
          <a:noFill/>
        </p:spPr>
        <p:txBody>
          <a:bodyPr vert="horz" wrap="square" lIns="0" tIns="0" rIns="0" bIns="684000" rtlCol="0" anchor="ctr" anchorCtr="1">
            <a:noAutofit/>
          </a:bodyPr>
          <a:lstStyle>
            <a:lvl1pPr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5B99960-ED2E-41BF-9A5D-86E1F78D5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762" y="808200"/>
            <a:ext cx="7488638" cy="1965600"/>
          </a:xfrm>
        </p:spPr>
        <p:txBody>
          <a:bodyPr>
            <a:noAutofit/>
          </a:bodyPr>
          <a:lstStyle>
            <a:lvl1pPr>
              <a:lnSpc>
                <a:spcPct val="86000"/>
              </a:lnSpc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8BA9AF1-DB99-4BFC-9C64-16E4CFA001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6400" y="2773800"/>
            <a:ext cx="7488000" cy="1404000"/>
          </a:xfrm>
        </p:spPr>
        <p:txBody>
          <a:bodyPr tIns="3600"/>
          <a:lstStyle>
            <a:lvl1pPr>
              <a:lnSpc>
                <a:spcPct val="86000"/>
              </a:lnSpc>
              <a:defRPr sz="5400" baseline="0">
                <a:solidFill>
                  <a:schemeClr val="bg1"/>
                </a:solidFill>
              </a:defRPr>
            </a:lvl1pPr>
            <a:lvl2pPr>
              <a:defRPr sz="2400" baseline="0"/>
            </a:lvl2pPr>
            <a:lvl3pPr>
              <a:defRPr sz="2400" baseline="0"/>
            </a:lvl3pPr>
            <a:lvl4pPr>
              <a:defRPr sz="2400" baseline="0"/>
            </a:lvl4pPr>
            <a:lvl5pPr>
              <a:defRPr sz="2400" baseline="0"/>
            </a:lvl5pPr>
            <a:lvl6pPr>
              <a:defRPr sz="2400" baseline="0"/>
            </a:lvl6pPr>
            <a:lvl7pPr>
              <a:defRPr sz="2400" baseline="0"/>
            </a:lvl7pPr>
            <a:lvl8pPr>
              <a:defRPr sz="2400" baseline="0"/>
            </a:lvl8pPr>
            <a:lvl9pPr>
              <a:defRPr sz="2400" baseline="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24" name="MIO_AGENDA_IGNORE_NAVIGATION" hidden="1">
            <a:extLst>
              <a:ext uri="{FF2B5EF4-FFF2-40B4-BE49-F238E27FC236}">
                <a16:creationId xmlns:a16="http://schemas.microsoft.com/office/drawing/2014/main" id="{88860927-13CA-4929-8F7F-EB0BA3BEB9A3}"/>
              </a:ext>
            </a:extLst>
          </p:cNvPr>
          <p:cNvSpPr/>
          <p:nvPr/>
        </p:nvSpPr>
        <p:spPr>
          <a:xfrm>
            <a:off x="11804960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MIO_AGENDA_IGNORE_CHAPTER_REFERENCE" hidden="1">
            <a:extLst>
              <a:ext uri="{FF2B5EF4-FFF2-40B4-BE49-F238E27FC236}">
                <a16:creationId xmlns:a16="http://schemas.microsoft.com/office/drawing/2014/main" id="{3F8F58E6-264F-49BF-B46C-3E566C1C4182}"/>
              </a:ext>
            </a:extLst>
          </p:cNvPr>
          <p:cNvSpPr/>
          <p:nvPr/>
        </p:nvSpPr>
        <p:spPr>
          <a:xfrm>
            <a:off x="11517578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Logo">
            <a:extLst>
              <a:ext uri="{FF2B5EF4-FFF2-40B4-BE49-F238E27FC236}">
                <a16:creationId xmlns:a16="http://schemas.microsoft.com/office/drawing/2014/main" id="{5307DD17-86A9-4B5C-B16C-3B30F4057276}"/>
              </a:ext>
            </a:extLst>
          </p:cNvPr>
          <p:cNvSpPr>
            <a:spLocks/>
          </p:cNvSpPr>
          <p:nvPr userDrawn="1"/>
        </p:nvSpPr>
        <p:spPr bwMode="black">
          <a:xfrm>
            <a:off x="385763" y="6512963"/>
            <a:ext cx="538161" cy="150809"/>
          </a:xfrm>
          <a:custGeom>
            <a:avLst/>
            <a:gdLst>
              <a:gd name="connsiteX0" fmla="*/ 135721 w 1078169"/>
              <a:gd name="connsiteY0" fmla="*/ 71284 h 302134"/>
              <a:gd name="connsiteX1" fmla="*/ 109085 w 1078169"/>
              <a:gd name="connsiteY1" fmla="*/ 189249 h 302134"/>
              <a:gd name="connsiteX2" fmla="*/ 161091 w 1078169"/>
              <a:gd name="connsiteY2" fmla="*/ 189249 h 302134"/>
              <a:gd name="connsiteX3" fmla="*/ 394483 w 1078169"/>
              <a:gd name="connsiteY3" fmla="*/ 66210 h 302134"/>
              <a:gd name="connsiteX4" fmla="*/ 374189 w 1078169"/>
              <a:gd name="connsiteY4" fmla="*/ 89042 h 302134"/>
              <a:gd name="connsiteX5" fmla="*/ 418583 w 1078169"/>
              <a:gd name="connsiteY5" fmla="*/ 123290 h 302134"/>
              <a:gd name="connsiteX6" fmla="*/ 499763 w 1078169"/>
              <a:gd name="connsiteY6" fmla="*/ 210811 h 302134"/>
              <a:gd name="connsiteX7" fmla="*/ 422389 w 1078169"/>
              <a:gd name="connsiteY7" fmla="*/ 295797 h 302134"/>
              <a:gd name="connsiteX8" fmla="*/ 287933 w 1078169"/>
              <a:gd name="connsiteY8" fmla="*/ 281844 h 302134"/>
              <a:gd name="connsiteX9" fmla="*/ 287933 w 1078169"/>
              <a:gd name="connsiteY9" fmla="*/ 213348 h 302134"/>
              <a:gd name="connsiteX10" fmla="*/ 367845 w 1078169"/>
              <a:gd name="connsiteY10" fmla="*/ 242522 h 302134"/>
              <a:gd name="connsiteX11" fmla="*/ 412241 w 1078169"/>
              <a:gd name="connsiteY11" fmla="*/ 209543 h 302134"/>
              <a:gd name="connsiteX12" fmla="*/ 381797 w 1078169"/>
              <a:gd name="connsiteY12" fmla="*/ 176564 h 302134"/>
              <a:gd name="connsiteX13" fmla="*/ 394483 w 1078169"/>
              <a:gd name="connsiteY13" fmla="*/ 66210 h 302134"/>
              <a:gd name="connsiteX14" fmla="*/ 894245 w 1078169"/>
              <a:gd name="connsiteY14" fmla="*/ 9131 h 302134"/>
              <a:gd name="connsiteX15" fmla="*/ 972889 w 1078169"/>
              <a:gd name="connsiteY15" fmla="*/ 9131 h 302134"/>
              <a:gd name="connsiteX16" fmla="*/ 972889 w 1078169"/>
              <a:gd name="connsiteY16" fmla="*/ 236181 h 302134"/>
              <a:gd name="connsiteX17" fmla="*/ 1078169 w 1078169"/>
              <a:gd name="connsiteY17" fmla="*/ 236181 h 302134"/>
              <a:gd name="connsiteX18" fmla="*/ 1078169 w 1078169"/>
              <a:gd name="connsiteY18" fmla="*/ 295797 h 302134"/>
              <a:gd name="connsiteX19" fmla="*/ 894245 w 1078169"/>
              <a:gd name="connsiteY19" fmla="*/ 295797 h 302134"/>
              <a:gd name="connsiteX20" fmla="*/ 564453 w 1078169"/>
              <a:gd name="connsiteY20" fmla="*/ 9131 h 302134"/>
              <a:gd name="connsiteX21" fmla="*/ 650707 w 1078169"/>
              <a:gd name="connsiteY21" fmla="*/ 9131 h 302134"/>
              <a:gd name="connsiteX22" fmla="*/ 690029 w 1078169"/>
              <a:gd name="connsiteY22" fmla="*/ 181638 h 302134"/>
              <a:gd name="connsiteX23" fmla="*/ 730617 w 1078169"/>
              <a:gd name="connsiteY23" fmla="*/ 9131 h 302134"/>
              <a:gd name="connsiteX24" fmla="*/ 816873 w 1078169"/>
              <a:gd name="connsiteY24" fmla="*/ 9131 h 302134"/>
              <a:gd name="connsiteX25" fmla="*/ 854925 w 1078169"/>
              <a:gd name="connsiteY25" fmla="*/ 295797 h 302134"/>
              <a:gd name="connsiteX26" fmla="*/ 773745 w 1078169"/>
              <a:gd name="connsiteY26" fmla="*/ 295797 h 302134"/>
              <a:gd name="connsiteX27" fmla="*/ 759793 w 1078169"/>
              <a:gd name="connsiteY27" fmla="*/ 114411 h 302134"/>
              <a:gd name="connsiteX28" fmla="*/ 721739 w 1078169"/>
              <a:gd name="connsiteY28" fmla="*/ 295797 h 302134"/>
              <a:gd name="connsiteX29" fmla="*/ 658317 w 1078169"/>
              <a:gd name="connsiteY29" fmla="*/ 295797 h 302134"/>
              <a:gd name="connsiteX30" fmla="*/ 621533 w 1078169"/>
              <a:gd name="connsiteY30" fmla="*/ 114411 h 302134"/>
              <a:gd name="connsiteX31" fmla="*/ 607581 w 1078169"/>
              <a:gd name="connsiteY31" fmla="*/ 295797 h 302134"/>
              <a:gd name="connsiteX32" fmla="*/ 526401 w 1078169"/>
              <a:gd name="connsiteY32" fmla="*/ 295797 h 302134"/>
              <a:gd name="connsiteX33" fmla="*/ 86253 w 1078169"/>
              <a:gd name="connsiteY33" fmla="*/ 9131 h 302134"/>
              <a:gd name="connsiteX34" fmla="*/ 183923 w 1078169"/>
              <a:gd name="connsiteY34" fmla="*/ 9131 h 302134"/>
              <a:gd name="connsiteX35" fmla="*/ 270177 w 1078169"/>
              <a:gd name="connsiteY35" fmla="*/ 295797 h 302134"/>
              <a:gd name="connsiteX36" fmla="*/ 183923 w 1078169"/>
              <a:gd name="connsiteY36" fmla="*/ 295797 h 302134"/>
              <a:gd name="connsiteX37" fmla="*/ 172507 w 1078169"/>
              <a:gd name="connsiteY37" fmla="*/ 243791 h 302134"/>
              <a:gd name="connsiteX38" fmla="*/ 97669 w 1078169"/>
              <a:gd name="connsiteY38" fmla="*/ 243791 h 302134"/>
              <a:gd name="connsiteX39" fmla="*/ 86253 w 1078169"/>
              <a:gd name="connsiteY39" fmla="*/ 295797 h 302134"/>
              <a:gd name="connsiteX40" fmla="*/ 0 w 1078169"/>
              <a:gd name="connsiteY40" fmla="*/ 295797 h 302134"/>
              <a:gd name="connsiteX41" fmla="*/ 416643 w 1078169"/>
              <a:gd name="connsiteY41" fmla="*/ 173 h 302134"/>
              <a:gd name="connsiteX42" fmla="*/ 478201 w 1078169"/>
              <a:gd name="connsiteY42" fmla="*/ 14205 h 302134"/>
              <a:gd name="connsiteX43" fmla="*/ 478201 w 1078169"/>
              <a:gd name="connsiteY43" fmla="*/ 89043 h 302134"/>
              <a:gd name="connsiteX44" fmla="*/ 294277 w 1078169"/>
              <a:gd name="connsiteY44" fmla="*/ 109337 h 302134"/>
              <a:gd name="connsiteX45" fmla="*/ 416643 w 1078169"/>
              <a:gd name="connsiteY45" fmla="*/ 173 h 302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78169" h="302134">
                <a:moveTo>
                  <a:pt x="135721" y="71284"/>
                </a:moveTo>
                <a:lnTo>
                  <a:pt x="109085" y="189249"/>
                </a:lnTo>
                <a:lnTo>
                  <a:pt x="161091" y="189249"/>
                </a:lnTo>
                <a:close/>
                <a:moveTo>
                  <a:pt x="394483" y="66210"/>
                </a:moveTo>
                <a:cubicBezTo>
                  <a:pt x="377993" y="71284"/>
                  <a:pt x="374189" y="80163"/>
                  <a:pt x="374189" y="89042"/>
                </a:cubicBezTo>
                <a:cubicBezTo>
                  <a:pt x="374189" y="109337"/>
                  <a:pt x="400825" y="115679"/>
                  <a:pt x="418583" y="123290"/>
                </a:cubicBezTo>
                <a:cubicBezTo>
                  <a:pt x="447757" y="134705"/>
                  <a:pt x="501033" y="148658"/>
                  <a:pt x="499763" y="210811"/>
                </a:cubicBezTo>
                <a:cubicBezTo>
                  <a:pt x="499763" y="247596"/>
                  <a:pt x="464247" y="283112"/>
                  <a:pt x="422389" y="295797"/>
                </a:cubicBezTo>
                <a:cubicBezTo>
                  <a:pt x="371653" y="311018"/>
                  <a:pt x="319645" y="295797"/>
                  <a:pt x="287933" y="281844"/>
                </a:cubicBezTo>
                <a:lnTo>
                  <a:pt x="287933" y="213348"/>
                </a:lnTo>
                <a:cubicBezTo>
                  <a:pt x="314573" y="231106"/>
                  <a:pt x="338671" y="242522"/>
                  <a:pt x="367845" y="242522"/>
                </a:cubicBezTo>
                <a:cubicBezTo>
                  <a:pt x="385605" y="242522"/>
                  <a:pt x="412241" y="233643"/>
                  <a:pt x="412241" y="209543"/>
                </a:cubicBezTo>
                <a:cubicBezTo>
                  <a:pt x="412241" y="189248"/>
                  <a:pt x="393215" y="182906"/>
                  <a:pt x="381797" y="176564"/>
                </a:cubicBezTo>
                <a:cubicBezTo>
                  <a:pt x="318377" y="142316"/>
                  <a:pt x="337403" y="72552"/>
                  <a:pt x="394483" y="66210"/>
                </a:cubicBezTo>
                <a:close/>
                <a:moveTo>
                  <a:pt x="894245" y="9131"/>
                </a:moveTo>
                <a:lnTo>
                  <a:pt x="972889" y="9131"/>
                </a:lnTo>
                <a:lnTo>
                  <a:pt x="972889" y="236181"/>
                </a:lnTo>
                <a:lnTo>
                  <a:pt x="1078169" y="236181"/>
                </a:lnTo>
                <a:lnTo>
                  <a:pt x="1078169" y="295797"/>
                </a:lnTo>
                <a:lnTo>
                  <a:pt x="894245" y="295797"/>
                </a:lnTo>
                <a:close/>
                <a:moveTo>
                  <a:pt x="564453" y="9131"/>
                </a:moveTo>
                <a:lnTo>
                  <a:pt x="650707" y="9131"/>
                </a:lnTo>
                <a:lnTo>
                  <a:pt x="690029" y="181638"/>
                </a:lnTo>
                <a:lnTo>
                  <a:pt x="730617" y="9131"/>
                </a:lnTo>
                <a:lnTo>
                  <a:pt x="816873" y="9131"/>
                </a:lnTo>
                <a:lnTo>
                  <a:pt x="854925" y="295797"/>
                </a:lnTo>
                <a:lnTo>
                  <a:pt x="773745" y="295797"/>
                </a:lnTo>
                <a:lnTo>
                  <a:pt x="759793" y="114411"/>
                </a:lnTo>
                <a:lnTo>
                  <a:pt x="721739" y="295797"/>
                </a:lnTo>
                <a:lnTo>
                  <a:pt x="658317" y="295797"/>
                </a:lnTo>
                <a:lnTo>
                  <a:pt x="621533" y="114411"/>
                </a:lnTo>
                <a:lnTo>
                  <a:pt x="607581" y="295797"/>
                </a:lnTo>
                <a:lnTo>
                  <a:pt x="526401" y="295797"/>
                </a:lnTo>
                <a:close/>
                <a:moveTo>
                  <a:pt x="86253" y="9131"/>
                </a:moveTo>
                <a:lnTo>
                  <a:pt x="183923" y="9131"/>
                </a:lnTo>
                <a:lnTo>
                  <a:pt x="270177" y="295797"/>
                </a:lnTo>
                <a:lnTo>
                  <a:pt x="183923" y="295797"/>
                </a:lnTo>
                <a:lnTo>
                  <a:pt x="172507" y="243791"/>
                </a:lnTo>
                <a:lnTo>
                  <a:pt x="97669" y="243791"/>
                </a:lnTo>
                <a:lnTo>
                  <a:pt x="86253" y="295797"/>
                </a:lnTo>
                <a:lnTo>
                  <a:pt x="0" y="295797"/>
                </a:lnTo>
                <a:close/>
                <a:moveTo>
                  <a:pt x="416643" y="173"/>
                </a:moveTo>
                <a:cubicBezTo>
                  <a:pt x="438563" y="1124"/>
                  <a:pt x="460127" y="5960"/>
                  <a:pt x="478201" y="14205"/>
                </a:cubicBezTo>
                <a:cubicBezTo>
                  <a:pt x="479469" y="31963"/>
                  <a:pt x="480737" y="49721"/>
                  <a:pt x="478201" y="89043"/>
                </a:cubicBezTo>
                <a:cubicBezTo>
                  <a:pt x="407169" y="26889"/>
                  <a:pt x="295545" y="52258"/>
                  <a:pt x="294277" y="109337"/>
                </a:cubicBezTo>
                <a:cubicBezTo>
                  <a:pt x="281911" y="29426"/>
                  <a:pt x="350883" y="-2681"/>
                  <a:pt x="416643" y="173"/>
                </a:cubicBezTo>
                <a:close/>
              </a:path>
            </a:pathLst>
          </a:custGeom>
          <a:solidFill>
            <a:schemeClr val="bg1"/>
          </a:solidFill>
          <a:ln w="12680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sz="2400" baseline="0">
              <a:latin typeface="+mn-lt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08120-FAE8-4FF8-8A74-A6392B5F43E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0"/>
              </a:spcAft>
            </a:pPr>
            <a:fld id="{4FE53AA8-8205-44C6-AA7D-3538EAC0F1CD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AF603-2E05-4A18-BD07-01E2B59E61B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2B88A-C108-43E1-99A0-51A5C6561AB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86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1" orient="horz" pos="509">
          <p15:clr>
            <a:srgbClr val="FFFFFF"/>
          </p15:clr>
        </p15:guide>
        <p15:guide id="2" pos="243">
          <p15:clr>
            <a:srgbClr val="FFFFFF"/>
          </p15:clr>
        </p15:guide>
        <p15:guide id="3" pos="4960">
          <p15:clr>
            <a:srgbClr val="FFFFFF"/>
          </p15:clr>
        </p15:guide>
        <p15:guide id="4" orient="horz" pos="1747">
          <p15:clr>
            <a:srgbClr val="FFFFFF"/>
          </p15:clr>
        </p15:guide>
        <p15:guide id="5" orient="horz" pos="2632">
          <p15:clr>
            <a:srgbClr val="FFFF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2 &#10;light picture" preserve="1" userDrawn="1">
  <p:cSld name="Chapter Slide 2 &#10;l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id Decoration">
            <a:extLst>
              <a:ext uri="{FF2B5EF4-FFF2-40B4-BE49-F238E27FC236}">
                <a16:creationId xmlns:a16="http://schemas.microsoft.com/office/drawing/2014/main" id="{774E18E1-C992-4162-B1EC-0650D0B80336}"/>
              </a:ext>
            </a:extLst>
          </p:cNvPr>
          <p:cNvGrpSpPr/>
          <p:nvPr/>
        </p:nvGrpSpPr>
        <p:grpSpPr bwMode="ltGray">
          <a:xfrm>
            <a:off x="0" y="0"/>
            <a:ext cx="12193200" cy="6858000"/>
            <a:chOff x="0" y="-446400"/>
            <a:chExt cx="12193200" cy="68580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6B1598-EDE8-474C-8616-E3E2BC9D0CB7}"/>
                </a:ext>
              </a:extLst>
            </p:cNvPr>
            <p:cNvCxnSpPr/>
            <p:nvPr userDrawn="1"/>
          </p:nvCxnSpPr>
          <p:spPr bwMode="ltGray">
            <a:xfrm>
              <a:off x="0" y="5135400"/>
              <a:ext cx="12192000" cy="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AA6FC05-D72B-4CDF-9B4A-9BE92C162CE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4879200" y="-446400"/>
              <a:ext cx="0" cy="55818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6D5A539-C0D0-42F3-A3B4-8CEC0599119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V="1">
              <a:off x="0" y="923400"/>
              <a:ext cx="12193200" cy="44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6FB3BC4-9371-4632-BD28-7EC33F31679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8248525" y="-446400"/>
              <a:ext cx="0" cy="68580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001F0BA-4780-4F20-803F-796D2E3378D5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9372000" y="-446400"/>
              <a:ext cx="0" cy="55818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AB56068-0BA8-4D06-A50F-762DBC25FB2E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0495200" y="-446400"/>
              <a:ext cx="0" cy="55818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E28C3A0-91EB-4D53-81C1-DD748B4B349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1618400" y="-446400"/>
              <a:ext cx="0" cy="55818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3CBFA43-A9E2-41D1-87ED-6D96CE297E41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8248800" y="2326960"/>
              <a:ext cx="3944400" cy="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F9E1E8C-89B5-43FC-BFAD-F6B7083D66BD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8248800" y="3730520"/>
              <a:ext cx="3944400" cy="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866AB9E-A9F5-4723-8306-82FCCE684AE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509600" y="-446400"/>
              <a:ext cx="0" cy="5581800"/>
            </a:xfrm>
            <a:prstGeom prst="line">
              <a:avLst/>
            </a:prstGeom>
            <a:ln w="63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6A8B8685-B671-45FF-BA2F-31E0A822350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ltGray">
          <a:xfrm>
            <a:off x="0" y="0"/>
            <a:ext cx="12192000" cy="6858000"/>
          </a:xfrm>
          <a:custGeom>
            <a:avLst/>
            <a:gdLst>
              <a:gd name="connsiteX0" fmla="*/ 453507 w 12192000"/>
              <a:gd name="connsiteY0" fmla="*/ 6548544 h 6858000"/>
              <a:gd name="connsiteX1" fmla="*/ 466171 w 12192000"/>
              <a:gd name="connsiteY1" fmla="*/ 6607426 h 6858000"/>
              <a:gd name="connsiteX2" fmla="*/ 440212 w 12192000"/>
              <a:gd name="connsiteY2" fmla="*/ 6607426 h 6858000"/>
              <a:gd name="connsiteX3" fmla="*/ 582667 w 12192000"/>
              <a:gd name="connsiteY3" fmla="*/ 6546012 h 6858000"/>
              <a:gd name="connsiteX4" fmla="*/ 576335 w 12192000"/>
              <a:gd name="connsiteY4" fmla="*/ 6601094 h 6858000"/>
              <a:gd name="connsiteX5" fmla="*/ 591531 w 12192000"/>
              <a:gd name="connsiteY5" fmla="*/ 6617556 h 6858000"/>
              <a:gd name="connsiteX6" fmla="*/ 569371 w 12192000"/>
              <a:gd name="connsiteY6" fmla="*/ 6634017 h 6858000"/>
              <a:gd name="connsiteX7" fmla="*/ 529483 w 12192000"/>
              <a:gd name="connsiteY7" fmla="*/ 6619455 h 6858000"/>
              <a:gd name="connsiteX8" fmla="*/ 529483 w 12192000"/>
              <a:gd name="connsiteY8" fmla="*/ 6653645 h 6858000"/>
              <a:gd name="connsiteX9" fmla="*/ 596596 w 12192000"/>
              <a:gd name="connsiteY9" fmla="*/ 6660609 h 6858000"/>
              <a:gd name="connsiteX10" fmla="*/ 635217 w 12192000"/>
              <a:gd name="connsiteY10" fmla="*/ 6618189 h 6858000"/>
              <a:gd name="connsiteX11" fmla="*/ 594696 w 12192000"/>
              <a:gd name="connsiteY11" fmla="*/ 6574503 h 6858000"/>
              <a:gd name="connsiteX12" fmla="*/ 572537 w 12192000"/>
              <a:gd name="connsiteY12" fmla="*/ 6557408 h 6858000"/>
              <a:gd name="connsiteX13" fmla="*/ 582667 w 12192000"/>
              <a:gd name="connsiteY13" fmla="*/ 6546012 h 6858000"/>
              <a:gd name="connsiteX14" fmla="*/ 832120 w 12192000"/>
              <a:gd name="connsiteY14" fmla="*/ 6517521 h 6858000"/>
              <a:gd name="connsiteX15" fmla="*/ 832120 w 12192000"/>
              <a:gd name="connsiteY15" fmla="*/ 6660609 h 6858000"/>
              <a:gd name="connsiteX16" fmla="*/ 923924 w 12192000"/>
              <a:gd name="connsiteY16" fmla="*/ 6660609 h 6858000"/>
              <a:gd name="connsiteX17" fmla="*/ 923924 w 12192000"/>
              <a:gd name="connsiteY17" fmla="*/ 6630852 h 6858000"/>
              <a:gd name="connsiteX18" fmla="*/ 871374 w 12192000"/>
              <a:gd name="connsiteY18" fmla="*/ 6630852 h 6858000"/>
              <a:gd name="connsiteX19" fmla="*/ 871374 w 12192000"/>
              <a:gd name="connsiteY19" fmla="*/ 6517521 h 6858000"/>
              <a:gd name="connsiteX20" fmla="*/ 667506 w 12192000"/>
              <a:gd name="connsiteY20" fmla="*/ 6517521 h 6858000"/>
              <a:gd name="connsiteX21" fmla="*/ 648513 w 12192000"/>
              <a:gd name="connsiteY21" fmla="*/ 6660609 h 6858000"/>
              <a:gd name="connsiteX22" fmla="*/ 689033 w 12192000"/>
              <a:gd name="connsiteY22" fmla="*/ 6660609 h 6858000"/>
              <a:gd name="connsiteX23" fmla="*/ 695997 w 12192000"/>
              <a:gd name="connsiteY23" fmla="*/ 6570071 h 6858000"/>
              <a:gd name="connsiteX24" fmla="*/ 714358 w 12192000"/>
              <a:gd name="connsiteY24" fmla="*/ 6660609 h 6858000"/>
              <a:gd name="connsiteX25" fmla="*/ 746014 w 12192000"/>
              <a:gd name="connsiteY25" fmla="*/ 6660609 h 6858000"/>
              <a:gd name="connsiteX26" fmla="*/ 765009 w 12192000"/>
              <a:gd name="connsiteY26" fmla="*/ 6570071 h 6858000"/>
              <a:gd name="connsiteX27" fmla="*/ 771973 w 12192000"/>
              <a:gd name="connsiteY27" fmla="*/ 6660609 h 6858000"/>
              <a:gd name="connsiteX28" fmla="*/ 812493 w 12192000"/>
              <a:gd name="connsiteY28" fmla="*/ 6660609 h 6858000"/>
              <a:gd name="connsiteX29" fmla="*/ 793500 w 12192000"/>
              <a:gd name="connsiteY29" fmla="*/ 6517521 h 6858000"/>
              <a:gd name="connsiteX30" fmla="*/ 750446 w 12192000"/>
              <a:gd name="connsiteY30" fmla="*/ 6517521 h 6858000"/>
              <a:gd name="connsiteX31" fmla="*/ 730187 w 12192000"/>
              <a:gd name="connsiteY31" fmla="*/ 6603627 h 6858000"/>
              <a:gd name="connsiteX32" fmla="*/ 710559 w 12192000"/>
              <a:gd name="connsiteY32" fmla="*/ 6517521 h 6858000"/>
              <a:gd name="connsiteX33" fmla="*/ 428816 w 12192000"/>
              <a:gd name="connsiteY33" fmla="*/ 6517521 h 6858000"/>
              <a:gd name="connsiteX34" fmla="*/ 385763 w 12192000"/>
              <a:gd name="connsiteY34" fmla="*/ 6660609 h 6858000"/>
              <a:gd name="connsiteX35" fmla="*/ 428816 w 12192000"/>
              <a:gd name="connsiteY35" fmla="*/ 6660609 h 6858000"/>
              <a:gd name="connsiteX36" fmla="*/ 434514 w 12192000"/>
              <a:gd name="connsiteY36" fmla="*/ 6634651 h 6858000"/>
              <a:gd name="connsiteX37" fmla="*/ 471869 w 12192000"/>
              <a:gd name="connsiteY37" fmla="*/ 6634651 h 6858000"/>
              <a:gd name="connsiteX38" fmla="*/ 477567 w 12192000"/>
              <a:gd name="connsiteY38" fmla="*/ 6660609 h 6858000"/>
              <a:gd name="connsiteX39" fmla="*/ 520620 w 12192000"/>
              <a:gd name="connsiteY39" fmla="*/ 6660609 h 6858000"/>
              <a:gd name="connsiteX40" fmla="*/ 477567 w 12192000"/>
              <a:gd name="connsiteY40" fmla="*/ 6517521 h 6858000"/>
              <a:gd name="connsiteX41" fmla="*/ 593728 w 12192000"/>
              <a:gd name="connsiteY41" fmla="*/ 6513050 h 6858000"/>
              <a:gd name="connsiteX42" fmla="*/ 532650 w 12192000"/>
              <a:gd name="connsiteY42" fmla="*/ 6567538 h 6858000"/>
              <a:gd name="connsiteX43" fmla="*/ 624454 w 12192000"/>
              <a:gd name="connsiteY43" fmla="*/ 6557409 h 6858000"/>
              <a:gd name="connsiteX44" fmla="*/ 624454 w 12192000"/>
              <a:gd name="connsiteY44" fmla="*/ 6520054 h 6858000"/>
              <a:gd name="connsiteX45" fmla="*/ 593728 w 12192000"/>
              <a:gd name="connsiteY45" fmla="*/ 6513050 h 6858000"/>
              <a:gd name="connsiteX46" fmla="*/ 8248799 w 12192000"/>
              <a:gd name="connsiteY46" fmla="*/ 5588150 h 6858000"/>
              <a:gd name="connsiteX47" fmla="*/ 12192000 w 12192000"/>
              <a:gd name="connsiteY47" fmla="*/ 5588150 h 6858000"/>
              <a:gd name="connsiteX48" fmla="*/ 12192000 w 12192000"/>
              <a:gd name="connsiteY48" fmla="*/ 6858000 h 6858000"/>
              <a:gd name="connsiteX49" fmla="*/ 8248799 w 12192000"/>
              <a:gd name="connsiteY49" fmla="*/ 6858000 h 6858000"/>
              <a:gd name="connsiteX50" fmla="*/ 0 w 12192000"/>
              <a:gd name="connsiteY50" fmla="*/ 5588150 h 6858000"/>
              <a:gd name="connsiteX51" fmla="*/ 8242449 w 12192000"/>
              <a:gd name="connsiteY51" fmla="*/ 5588150 h 6858000"/>
              <a:gd name="connsiteX52" fmla="*/ 8242449 w 12192000"/>
              <a:gd name="connsiteY52" fmla="*/ 6858000 h 6858000"/>
              <a:gd name="connsiteX53" fmla="*/ 0 w 12192000"/>
              <a:gd name="connsiteY53" fmla="*/ 6858000 h 6858000"/>
              <a:gd name="connsiteX54" fmla="*/ 8248799 w 12192000"/>
              <a:gd name="connsiteY54" fmla="*/ 0 h 6858000"/>
              <a:gd name="connsiteX55" fmla="*/ 12192000 w 12192000"/>
              <a:gd name="connsiteY55" fmla="*/ 0 h 6858000"/>
              <a:gd name="connsiteX56" fmla="*/ 12192000 w 12192000"/>
              <a:gd name="connsiteY56" fmla="*/ 5581800 h 6858000"/>
              <a:gd name="connsiteX57" fmla="*/ 8248799 w 12192000"/>
              <a:gd name="connsiteY57" fmla="*/ 5581800 h 6858000"/>
              <a:gd name="connsiteX58" fmla="*/ 0 w 12192000"/>
              <a:gd name="connsiteY58" fmla="*/ 0 h 6858000"/>
              <a:gd name="connsiteX59" fmla="*/ 8242449 w 12192000"/>
              <a:gd name="connsiteY59" fmla="*/ 0 h 6858000"/>
              <a:gd name="connsiteX60" fmla="*/ 8242449 w 12192000"/>
              <a:gd name="connsiteY60" fmla="*/ 5581800 h 6858000"/>
              <a:gd name="connsiteX61" fmla="*/ 0 w 12192000"/>
              <a:gd name="connsiteY61" fmla="*/ 5581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2192000" h="6858000">
                <a:moveTo>
                  <a:pt x="453507" y="6548544"/>
                </a:moveTo>
                <a:lnTo>
                  <a:pt x="466171" y="6607426"/>
                </a:lnTo>
                <a:lnTo>
                  <a:pt x="440212" y="6607426"/>
                </a:lnTo>
                <a:close/>
                <a:moveTo>
                  <a:pt x="582667" y="6546012"/>
                </a:moveTo>
                <a:cubicBezTo>
                  <a:pt x="554176" y="6549177"/>
                  <a:pt x="544679" y="6584000"/>
                  <a:pt x="576335" y="6601094"/>
                </a:cubicBezTo>
                <a:cubicBezTo>
                  <a:pt x="582034" y="6604260"/>
                  <a:pt x="591531" y="6607426"/>
                  <a:pt x="591531" y="6617556"/>
                </a:cubicBezTo>
                <a:cubicBezTo>
                  <a:pt x="591531" y="6629585"/>
                  <a:pt x="578235" y="6634017"/>
                  <a:pt x="569371" y="6634017"/>
                </a:cubicBezTo>
                <a:cubicBezTo>
                  <a:pt x="554809" y="6634017"/>
                  <a:pt x="542780" y="6628319"/>
                  <a:pt x="529483" y="6619455"/>
                </a:cubicBezTo>
                <a:lnTo>
                  <a:pt x="529483" y="6653645"/>
                </a:lnTo>
                <a:cubicBezTo>
                  <a:pt x="545312" y="6660609"/>
                  <a:pt x="571271" y="6668207"/>
                  <a:pt x="596596" y="6660609"/>
                </a:cubicBezTo>
                <a:cubicBezTo>
                  <a:pt x="617489" y="6654277"/>
                  <a:pt x="635217" y="6636550"/>
                  <a:pt x="635217" y="6618189"/>
                </a:cubicBezTo>
                <a:cubicBezTo>
                  <a:pt x="635851" y="6587165"/>
                  <a:pt x="609258" y="6580201"/>
                  <a:pt x="594696" y="6574503"/>
                </a:cubicBezTo>
                <a:cubicBezTo>
                  <a:pt x="585832" y="6570704"/>
                  <a:pt x="572537" y="6567538"/>
                  <a:pt x="572537" y="6557408"/>
                </a:cubicBezTo>
                <a:cubicBezTo>
                  <a:pt x="572537" y="6552976"/>
                  <a:pt x="574436" y="6548544"/>
                  <a:pt x="582667" y="6546012"/>
                </a:cubicBezTo>
                <a:close/>
                <a:moveTo>
                  <a:pt x="832120" y="6517521"/>
                </a:moveTo>
                <a:lnTo>
                  <a:pt x="832120" y="6660609"/>
                </a:lnTo>
                <a:lnTo>
                  <a:pt x="923924" y="6660609"/>
                </a:lnTo>
                <a:lnTo>
                  <a:pt x="923924" y="6630852"/>
                </a:lnTo>
                <a:lnTo>
                  <a:pt x="871374" y="6630852"/>
                </a:lnTo>
                <a:lnTo>
                  <a:pt x="871374" y="6517521"/>
                </a:lnTo>
                <a:close/>
                <a:moveTo>
                  <a:pt x="667506" y="6517521"/>
                </a:moveTo>
                <a:lnTo>
                  <a:pt x="648513" y="6660609"/>
                </a:lnTo>
                <a:lnTo>
                  <a:pt x="689033" y="6660609"/>
                </a:lnTo>
                <a:lnTo>
                  <a:pt x="695997" y="6570071"/>
                </a:lnTo>
                <a:lnTo>
                  <a:pt x="714358" y="6660609"/>
                </a:lnTo>
                <a:lnTo>
                  <a:pt x="746014" y="6660609"/>
                </a:lnTo>
                <a:lnTo>
                  <a:pt x="765009" y="6570071"/>
                </a:lnTo>
                <a:lnTo>
                  <a:pt x="771973" y="6660609"/>
                </a:lnTo>
                <a:lnTo>
                  <a:pt x="812493" y="6660609"/>
                </a:lnTo>
                <a:lnTo>
                  <a:pt x="793500" y="6517521"/>
                </a:lnTo>
                <a:lnTo>
                  <a:pt x="750446" y="6517521"/>
                </a:lnTo>
                <a:lnTo>
                  <a:pt x="730187" y="6603627"/>
                </a:lnTo>
                <a:lnTo>
                  <a:pt x="710559" y="6517521"/>
                </a:lnTo>
                <a:close/>
                <a:moveTo>
                  <a:pt x="428816" y="6517521"/>
                </a:moveTo>
                <a:lnTo>
                  <a:pt x="385763" y="6660609"/>
                </a:lnTo>
                <a:lnTo>
                  <a:pt x="428816" y="6660609"/>
                </a:lnTo>
                <a:lnTo>
                  <a:pt x="434514" y="6634651"/>
                </a:lnTo>
                <a:lnTo>
                  <a:pt x="471869" y="6634651"/>
                </a:lnTo>
                <a:lnTo>
                  <a:pt x="477567" y="6660609"/>
                </a:lnTo>
                <a:lnTo>
                  <a:pt x="520620" y="6660609"/>
                </a:lnTo>
                <a:lnTo>
                  <a:pt x="477567" y="6517521"/>
                </a:lnTo>
                <a:close/>
                <a:moveTo>
                  <a:pt x="593728" y="6513050"/>
                </a:moveTo>
                <a:cubicBezTo>
                  <a:pt x="560904" y="6511625"/>
                  <a:pt x="526477" y="6527651"/>
                  <a:pt x="532650" y="6567538"/>
                </a:cubicBezTo>
                <a:cubicBezTo>
                  <a:pt x="533283" y="6539048"/>
                  <a:pt x="588999" y="6526385"/>
                  <a:pt x="624454" y="6557409"/>
                </a:cubicBezTo>
                <a:cubicBezTo>
                  <a:pt x="625720" y="6537781"/>
                  <a:pt x="625087" y="6528917"/>
                  <a:pt x="624454" y="6520054"/>
                </a:cubicBezTo>
                <a:cubicBezTo>
                  <a:pt x="615433" y="6515938"/>
                  <a:pt x="604669" y="6513524"/>
                  <a:pt x="593728" y="6513050"/>
                </a:cubicBezTo>
                <a:close/>
                <a:moveTo>
                  <a:pt x="8248799" y="5588150"/>
                </a:moveTo>
                <a:lnTo>
                  <a:pt x="12192000" y="5588150"/>
                </a:lnTo>
                <a:lnTo>
                  <a:pt x="12192000" y="6858000"/>
                </a:lnTo>
                <a:lnTo>
                  <a:pt x="8248799" y="6858000"/>
                </a:lnTo>
                <a:close/>
                <a:moveTo>
                  <a:pt x="0" y="5588150"/>
                </a:moveTo>
                <a:lnTo>
                  <a:pt x="8242449" y="5588150"/>
                </a:lnTo>
                <a:lnTo>
                  <a:pt x="8242449" y="6858000"/>
                </a:lnTo>
                <a:lnTo>
                  <a:pt x="0" y="6858000"/>
                </a:lnTo>
                <a:close/>
                <a:moveTo>
                  <a:pt x="8248799" y="0"/>
                </a:moveTo>
                <a:lnTo>
                  <a:pt x="12192000" y="0"/>
                </a:lnTo>
                <a:lnTo>
                  <a:pt x="12192000" y="5581800"/>
                </a:lnTo>
                <a:lnTo>
                  <a:pt x="8248799" y="5581800"/>
                </a:lnTo>
                <a:close/>
                <a:moveTo>
                  <a:pt x="0" y="0"/>
                </a:moveTo>
                <a:lnTo>
                  <a:pt x="8242449" y="0"/>
                </a:lnTo>
                <a:lnTo>
                  <a:pt x="8242449" y="5581800"/>
                </a:lnTo>
                <a:lnTo>
                  <a:pt x="0" y="5581800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effectLst>
            <a:innerShdw dist="6858000" dir="16200000">
              <a:schemeClr val="bg1">
                <a:alpha val="75000"/>
              </a:schemeClr>
            </a:innerShdw>
          </a:effectLst>
        </p:spPr>
        <p:txBody>
          <a:bodyPr vert="horz" wrap="square" lIns="0" tIns="0" rIns="396000" bIns="0" rtlCol="0" anchor="ctr" anchorCtr="0">
            <a:noAutofit/>
          </a:bodyPr>
          <a:lstStyle>
            <a:lvl1pPr algn="r">
              <a:defRPr lang="en-US" sz="1200" dirty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on area to insert picture</a:t>
            </a:r>
          </a:p>
        </p:txBody>
      </p:sp>
      <p:sp>
        <p:nvSpPr>
          <p:cNvPr id="31" name="Subtitle">
            <a:extLst>
              <a:ext uri="{FF2B5EF4-FFF2-40B4-BE49-F238E27FC236}">
                <a16:creationId xmlns:a16="http://schemas.microsoft.com/office/drawing/2014/main" id="{31C5EDE2-43DD-43B3-BB7A-D62CA86A44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6400" y="2773800"/>
            <a:ext cx="7488000" cy="1404500"/>
          </a:xfrm>
          <a:custGeom>
            <a:avLst/>
            <a:gdLst>
              <a:gd name="connsiteX0" fmla="*/ 0 w 7488000"/>
              <a:gd name="connsiteY0" fmla="*/ 0 h 1404000"/>
              <a:gd name="connsiteX1" fmla="*/ 7488000 w 7488000"/>
              <a:gd name="connsiteY1" fmla="*/ 0 h 1404000"/>
              <a:gd name="connsiteX2" fmla="*/ 7488000 w 7488000"/>
              <a:gd name="connsiteY2" fmla="*/ 1404000 h 1404000"/>
              <a:gd name="connsiteX3" fmla="*/ 0 w 7488000"/>
              <a:gd name="connsiteY3" fmla="*/ 1404000 h 14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88000" h="1404000">
                <a:moveTo>
                  <a:pt x="0" y="0"/>
                </a:moveTo>
                <a:lnTo>
                  <a:pt x="7488000" y="0"/>
                </a:lnTo>
                <a:lnTo>
                  <a:pt x="7488000" y="1404000"/>
                </a:lnTo>
                <a:lnTo>
                  <a:pt x="0" y="1404000"/>
                </a:lnTo>
                <a:close/>
              </a:path>
            </a:pathLst>
          </a:custGeom>
        </p:spPr>
        <p:txBody>
          <a:bodyPr wrap="square" tIns="3600">
            <a:noAutofit/>
          </a:bodyPr>
          <a:lstStyle>
            <a:lvl1pPr>
              <a:lnSpc>
                <a:spcPct val="86000"/>
              </a:lnSpc>
              <a:defRPr sz="5400" baseline="0">
                <a:solidFill>
                  <a:schemeClr val="accent1"/>
                </a:solidFill>
              </a:defRPr>
            </a:lvl1pPr>
            <a:lvl2pPr>
              <a:defRPr sz="2400" baseline="0"/>
            </a:lvl2pPr>
            <a:lvl3pPr>
              <a:defRPr sz="2400" baseline="0"/>
            </a:lvl3pPr>
            <a:lvl4pPr>
              <a:defRPr sz="2400" baseline="0"/>
            </a:lvl4pPr>
            <a:lvl5pPr>
              <a:defRPr sz="2400" baseline="0"/>
            </a:lvl5pPr>
            <a:lvl6pPr>
              <a:defRPr sz="2400" baseline="0"/>
            </a:lvl6pPr>
            <a:lvl7pPr>
              <a:defRPr sz="2400" baseline="0"/>
            </a:lvl7pPr>
            <a:lvl8pPr>
              <a:defRPr sz="2400" baseline="0"/>
            </a:lvl8pPr>
            <a:lvl9pPr>
              <a:defRPr sz="2400" baseline="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5B99960-ED2E-41BF-9A5D-86E1F78D5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762" y="808200"/>
            <a:ext cx="7488638" cy="1965600"/>
          </a:xfrm>
        </p:spPr>
        <p:txBody>
          <a:bodyPr>
            <a:noAutofit/>
          </a:bodyPr>
          <a:lstStyle>
            <a:lvl1pPr>
              <a:lnSpc>
                <a:spcPct val="86000"/>
              </a:lnSpc>
              <a:defRPr sz="54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MIO_AGENDA_IGNORE_NAVIGATION" hidden="1">
            <a:extLst>
              <a:ext uri="{FF2B5EF4-FFF2-40B4-BE49-F238E27FC236}">
                <a16:creationId xmlns:a16="http://schemas.microsoft.com/office/drawing/2014/main" id="{7436A9C2-752F-4995-A51D-AE91EE48A611}"/>
              </a:ext>
            </a:extLst>
          </p:cNvPr>
          <p:cNvSpPr/>
          <p:nvPr/>
        </p:nvSpPr>
        <p:spPr>
          <a:xfrm>
            <a:off x="11804960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MIO_AGENDA_IGNORE_CHAPTER_REFERENCE" hidden="1">
            <a:extLst>
              <a:ext uri="{FF2B5EF4-FFF2-40B4-BE49-F238E27FC236}">
                <a16:creationId xmlns:a16="http://schemas.microsoft.com/office/drawing/2014/main" id="{11E14894-3CE6-409D-A8A1-D4A67320ADD6}"/>
              </a:ext>
            </a:extLst>
          </p:cNvPr>
          <p:cNvSpPr/>
          <p:nvPr/>
        </p:nvSpPr>
        <p:spPr>
          <a:xfrm>
            <a:off x="11517578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4E082-E024-4765-9547-F36CE94FD08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2E854DC7-FAAD-4AD7-A72A-54622E503044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0B8736-DAE3-4494-A952-94C6F86E5DD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F97BD-6511-40C2-9E6E-92C21C0460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3744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960">
          <p15:clr>
            <a:srgbClr val="547EBF"/>
          </p15:clr>
        </p15:guide>
        <p15:guide id="2" orient="horz" pos="509">
          <p15:clr>
            <a:srgbClr val="547EBF"/>
          </p15:clr>
        </p15:guide>
        <p15:guide id="3" pos="243">
          <p15:clr>
            <a:srgbClr val="547EBF"/>
          </p15:clr>
        </p15:guide>
        <p15:guide id="4" orient="horz" pos="1747">
          <p15:clr>
            <a:srgbClr val="547EBF"/>
          </p15:clr>
        </p15:guide>
        <p15:guide id="5" orient="horz" pos="2632">
          <p15:clr>
            <a:srgbClr val="547EB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4" preserve="1">
  <p:cSld name="Chapter Slide 4">
    <p:bg>
      <p:bgPr>
        <a:gradFill>
          <a:gsLst>
            <a:gs pos="99000">
              <a:srgbClr val="00A3E0"/>
            </a:gs>
            <a:gs pos="1000">
              <a:srgbClr val="10069F"/>
            </a:gs>
          </a:gsLst>
          <a:lin ang="90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Hide background Logo">
            <a:extLst>
              <a:ext uri="{FF2B5EF4-FFF2-40B4-BE49-F238E27FC236}">
                <a16:creationId xmlns:a16="http://schemas.microsoft.com/office/drawing/2014/main" id="{4136C739-EC55-45E2-B880-3847C17CF8BB}"/>
              </a:ext>
            </a:extLst>
          </p:cNvPr>
          <p:cNvSpPr/>
          <p:nvPr userDrawn="1"/>
        </p:nvSpPr>
        <p:spPr>
          <a:xfrm>
            <a:off x="339600" y="6471000"/>
            <a:ext cx="748800" cy="280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id Decoration">
            <a:extLst>
              <a:ext uri="{FF2B5EF4-FFF2-40B4-BE49-F238E27FC236}">
                <a16:creationId xmlns:a16="http://schemas.microsoft.com/office/drawing/2014/main" id="{AA8971F8-FB52-454C-8FDB-52AF1FBCDC2C}"/>
              </a:ext>
            </a:extLst>
          </p:cNvPr>
          <p:cNvGrpSpPr/>
          <p:nvPr/>
        </p:nvGrpSpPr>
        <p:grpSpPr bwMode="ltGray">
          <a:xfrm flipH="1">
            <a:off x="0" y="0"/>
            <a:ext cx="12193200" cy="6858000"/>
            <a:chOff x="0" y="-446400"/>
            <a:chExt cx="12193200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B5F9863-5AFE-41E7-97DE-F8984FA81B3A}"/>
                </a:ext>
              </a:extLst>
            </p:cNvPr>
            <p:cNvCxnSpPr/>
            <p:nvPr userDrawn="1"/>
          </p:nvCxnSpPr>
          <p:spPr bwMode="ltGray">
            <a:xfrm>
              <a:off x="0" y="5135400"/>
              <a:ext cx="121920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39978D1-DDDD-4B98-8B62-CD7AFBC9268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4693200" y="-446400"/>
              <a:ext cx="0" cy="55818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C6F4663-484C-4091-BF2B-5993DC37AFC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V="1">
              <a:off x="0" y="923400"/>
              <a:ext cx="12193200" cy="44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CCEB45F-2DFA-4DEE-886F-2A49F60354D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8062800" y="-446400"/>
              <a:ext cx="0" cy="68580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FB12F43-F9BE-495F-8E87-6419F3D8D310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9186000" y="-446400"/>
              <a:ext cx="0" cy="55818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28D14B7-E4FD-4544-BC13-85FDAC80DF12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0356000" y="-446400"/>
              <a:ext cx="0" cy="55818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C9BB5AC-7E27-4FA3-AFD0-423C6C67B3B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1479200" y="-446400"/>
              <a:ext cx="0" cy="55818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78D70B9-1884-4F5C-AAF6-E95D6758120D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8062800" y="2326960"/>
              <a:ext cx="41304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7C9EAFD-D2AE-464C-B65C-978465C1EB2A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8062800" y="3730520"/>
              <a:ext cx="41304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F4DDF64-5C69-4AFA-9635-10096106A64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323600" y="-446400"/>
              <a:ext cx="0" cy="55818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Picture Placeholder 31">
            <a:extLst>
              <a:ext uri="{FF2B5EF4-FFF2-40B4-BE49-F238E27FC236}">
                <a16:creationId xmlns:a16="http://schemas.microsoft.com/office/drawing/2014/main" id="{CDAA5588-47AD-4287-ACF7-E2D3E17343F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4130400" cy="5581800"/>
          </a:xfrm>
          <a:noFill/>
        </p:spPr>
        <p:txBody>
          <a:bodyPr vert="horz" wrap="square" lIns="0" tIns="0" rIns="0" bIns="684000" rtlCol="0" anchor="ctr" anchorCtr="1">
            <a:noAutofit/>
          </a:bodyPr>
          <a:lstStyle>
            <a:lvl1pPr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5B99960-ED2E-41BF-9A5D-86E1F78D5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325" y="808200"/>
            <a:ext cx="7113588" cy="1965600"/>
          </a:xfrm>
        </p:spPr>
        <p:txBody>
          <a:bodyPr>
            <a:noAutofit/>
          </a:bodyPr>
          <a:lstStyle>
            <a:lvl1pPr>
              <a:lnSpc>
                <a:spcPct val="86000"/>
              </a:lnSpc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8BA9AF1-DB99-4BFC-9C64-16E4CFA001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325" y="2773800"/>
            <a:ext cx="7113588" cy="1404000"/>
          </a:xfrm>
        </p:spPr>
        <p:txBody>
          <a:bodyPr tIns="3600"/>
          <a:lstStyle>
            <a:lvl1pPr>
              <a:lnSpc>
                <a:spcPct val="86000"/>
              </a:lnSpc>
              <a:defRPr sz="5400" baseline="0">
                <a:solidFill>
                  <a:schemeClr val="bg1"/>
                </a:solidFill>
              </a:defRPr>
            </a:lvl1pPr>
            <a:lvl2pPr>
              <a:defRPr sz="2400" baseline="0"/>
            </a:lvl2pPr>
            <a:lvl3pPr>
              <a:defRPr sz="2400" baseline="0"/>
            </a:lvl3pPr>
            <a:lvl4pPr>
              <a:defRPr sz="2400" baseline="0"/>
            </a:lvl4pPr>
            <a:lvl5pPr>
              <a:defRPr sz="2400" baseline="0"/>
            </a:lvl5pPr>
            <a:lvl6pPr>
              <a:defRPr sz="2400" baseline="0"/>
            </a:lvl6pPr>
            <a:lvl7pPr>
              <a:defRPr sz="2400" baseline="0"/>
            </a:lvl7pPr>
            <a:lvl8pPr>
              <a:defRPr sz="2400" baseline="0"/>
            </a:lvl8pPr>
            <a:lvl9pPr>
              <a:defRPr sz="2400" baseline="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24" name="MIO_AGENDA_IGNORE_NAVIGATION" hidden="1">
            <a:extLst>
              <a:ext uri="{FF2B5EF4-FFF2-40B4-BE49-F238E27FC236}">
                <a16:creationId xmlns:a16="http://schemas.microsoft.com/office/drawing/2014/main" id="{5169554C-ED38-41F8-830C-EF173FD80926}"/>
              </a:ext>
            </a:extLst>
          </p:cNvPr>
          <p:cNvSpPr/>
          <p:nvPr/>
        </p:nvSpPr>
        <p:spPr>
          <a:xfrm>
            <a:off x="11804960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MIO_AGENDA_IGNORE_CHAPTER_REFERENCE" hidden="1">
            <a:extLst>
              <a:ext uri="{FF2B5EF4-FFF2-40B4-BE49-F238E27FC236}">
                <a16:creationId xmlns:a16="http://schemas.microsoft.com/office/drawing/2014/main" id="{F0815C98-6F33-481C-B400-1F08952FA7B4}"/>
              </a:ext>
            </a:extLst>
          </p:cNvPr>
          <p:cNvSpPr/>
          <p:nvPr/>
        </p:nvSpPr>
        <p:spPr>
          <a:xfrm>
            <a:off x="11517578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Logo">
            <a:extLst>
              <a:ext uri="{FF2B5EF4-FFF2-40B4-BE49-F238E27FC236}">
                <a16:creationId xmlns:a16="http://schemas.microsoft.com/office/drawing/2014/main" id="{364DBF74-98A0-4E0A-A943-3BF4DFA456E1}"/>
              </a:ext>
            </a:extLst>
          </p:cNvPr>
          <p:cNvSpPr>
            <a:spLocks/>
          </p:cNvSpPr>
          <p:nvPr userDrawn="1"/>
        </p:nvSpPr>
        <p:spPr bwMode="black">
          <a:xfrm>
            <a:off x="385763" y="6512963"/>
            <a:ext cx="538161" cy="150809"/>
          </a:xfrm>
          <a:custGeom>
            <a:avLst/>
            <a:gdLst>
              <a:gd name="connsiteX0" fmla="*/ 135721 w 1078169"/>
              <a:gd name="connsiteY0" fmla="*/ 71284 h 302134"/>
              <a:gd name="connsiteX1" fmla="*/ 109085 w 1078169"/>
              <a:gd name="connsiteY1" fmla="*/ 189249 h 302134"/>
              <a:gd name="connsiteX2" fmla="*/ 161091 w 1078169"/>
              <a:gd name="connsiteY2" fmla="*/ 189249 h 302134"/>
              <a:gd name="connsiteX3" fmla="*/ 394483 w 1078169"/>
              <a:gd name="connsiteY3" fmla="*/ 66210 h 302134"/>
              <a:gd name="connsiteX4" fmla="*/ 374189 w 1078169"/>
              <a:gd name="connsiteY4" fmla="*/ 89042 h 302134"/>
              <a:gd name="connsiteX5" fmla="*/ 418583 w 1078169"/>
              <a:gd name="connsiteY5" fmla="*/ 123290 h 302134"/>
              <a:gd name="connsiteX6" fmla="*/ 499763 w 1078169"/>
              <a:gd name="connsiteY6" fmla="*/ 210811 h 302134"/>
              <a:gd name="connsiteX7" fmla="*/ 422389 w 1078169"/>
              <a:gd name="connsiteY7" fmla="*/ 295797 h 302134"/>
              <a:gd name="connsiteX8" fmla="*/ 287933 w 1078169"/>
              <a:gd name="connsiteY8" fmla="*/ 281844 h 302134"/>
              <a:gd name="connsiteX9" fmla="*/ 287933 w 1078169"/>
              <a:gd name="connsiteY9" fmla="*/ 213348 h 302134"/>
              <a:gd name="connsiteX10" fmla="*/ 367845 w 1078169"/>
              <a:gd name="connsiteY10" fmla="*/ 242522 h 302134"/>
              <a:gd name="connsiteX11" fmla="*/ 412241 w 1078169"/>
              <a:gd name="connsiteY11" fmla="*/ 209543 h 302134"/>
              <a:gd name="connsiteX12" fmla="*/ 381797 w 1078169"/>
              <a:gd name="connsiteY12" fmla="*/ 176564 h 302134"/>
              <a:gd name="connsiteX13" fmla="*/ 394483 w 1078169"/>
              <a:gd name="connsiteY13" fmla="*/ 66210 h 302134"/>
              <a:gd name="connsiteX14" fmla="*/ 894245 w 1078169"/>
              <a:gd name="connsiteY14" fmla="*/ 9131 h 302134"/>
              <a:gd name="connsiteX15" fmla="*/ 972889 w 1078169"/>
              <a:gd name="connsiteY15" fmla="*/ 9131 h 302134"/>
              <a:gd name="connsiteX16" fmla="*/ 972889 w 1078169"/>
              <a:gd name="connsiteY16" fmla="*/ 236181 h 302134"/>
              <a:gd name="connsiteX17" fmla="*/ 1078169 w 1078169"/>
              <a:gd name="connsiteY17" fmla="*/ 236181 h 302134"/>
              <a:gd name="connsiteX18" fmla="*/ 1078169 w 1078169"/>
              <a:gd name="connsiteY18" fmla="*/ 295797 h 302134"/>
              <a:gd name="connsiteX19" fmla="*/ 894245 w 1078169"/>
              <a:gd name="connsiteY19" fmla="*/ 295797 h 302134"/>
              <a:gd name="connsiteX20" fmla="*/ 564453 w 1078169"/>
              <a:gd name="connsiteY20" fmla="*/ 9131 h 302134"/>
              <a:gd name="connsiteX21" fmla="*/ 650707 w 1078169"/>
              <a:gd name="connsiteY21" fmla="*/ 9131 h 302134"/>
              <a:gd name="connsiteX22" fmla="*/ 690029 w 1078169"/>
              <a:gd name="connsiteY22" fmla="*/ 181638 h 302134"/>
              <a:gd name="connsiteX23" fmla="*/ 730617 w 1078169"/>
              <a:gd name="connsiteY23" fmla="*/ 9131 h 302134"/>
              <a:gd name="connsiteX24" fmla="*/ 816873 w 1078169"/>
              <a:gd name="connsiteY24" fmla="*/ 9131 h 302134"/>
              <a:gd name="connsiteX25" fmla="*/ 854925 w 1078169"/>
              <a:gd name="connsiteY25" fmla="*/ 295797 h 302134"/>
              <a:gd name="connsiteX26" fmla="*/ 773745 w 1078169"/>
              <a:gd name="connsiteY26" fmla="*/ 295797 h 302134"/>
              <a:gd name="connsiteX27" fmla="*/ 759793 w 1078169"/>
              <a:gd name="connsiteY27" fmla="*/ 114411 h 302134"/>
              <a:gd name="connsiteX28" fmla="*/ 721739 w 1078169"/>
              <a:gd name="connsiteY28" fmla="*/ 295797 h 302134"/>
              <a:gd name="connsiteX29" fmla="*/ 658317 w 1078169"/>
              <a:gd name="connsiteY29" fmla="*/ 295797 h 302134"/>
              <a:gd name="connsiteX30" fmla="*/ 621533 w 1078169"/>
              <a:gd name="connsiteY30" fmla="*/ 114411 h 302134"/>
              <a:gd name="connsiteX31" fmla="*/ 607581 w 1078169"/>
              <a:gd name="connsiteY31" fmla="*/ 295797 h 302134"/>
              <a:gd name="connsiteX32" fmla="*/ 526401 w 1078169"/>
              <a:gd name="connsiteY32" fmla="*/ 295797 h 302134"/>
              <a:gd name="connsiteX33" fmla="*/ 86253 w 1078169"/>
              <a:gd name="connsiteY33" fmla="*/ 9131 h 302134"/>
              <a:gd name="connsiteX34" fmla="*/ 183923 w 1078169"/>
              <a:gd name="connsiteY34" fmla="*/ 9131 h 302134"/>
              <a:gd name="connsiteX35" fmla="*/ 270177 w 1078169"/>
              <a:gd name="connsiteY35" fmla="*/ 295797 h 302134"/>
              <a:gd name="connsiteX36" fmla="*/ 183923 w 1078169"/>
              <a:gd name="connsiteY36" fmla="*/ 295797 h 302134"/>
              <a:gd name="connsiteX37" fmla="*/ 172507 w 1078169"/>
              <a:gd name="connsiteY37" fmla="*/ 243791 h 302134"/>
              <a:gd name="connsiteX38" fmla="*/ 97669 w 1078169"/>
              <a:gd name="connsiteY38" fmla="*/ 243791 h 302134"/>
              <a:gd name="connsiteX39" fmla="*/ 86253 w 1078169"/>
              <a:gd name="connsiteY39" fmla="*/ 295797 h 302134"/>
              <a:gd name="connsiteX40" fmla="*/ 0 w 1078169"/>
              <a:gd name="connsiteY40" fmla="*/ 295797 h 302134"/>
              <a:gd name="connsiteX41" fmla="*/ 416643 w 1078169"/>
              <a:gd name="connsiteY41" fmla="*/ 173 h 302134"/>
              <a:gd name="connsiteX42" fmla="*/ 478201 w 1078169"/>
              <a:gd name="connsiteY42" fmla="*/ 14205 h 302134"/>
              <a:gd name="connsiteX43" fmla="*/ 478201 w 1078169"/>
              <a:gd name="connsiteY43" fmla="*/ 89043 h 302134"/>
              <a:gd name="connsiteX44" fmla="*/ 294277 w 1078169"/>
              <a:gd name="connsiteY44" fmla="*/ 109337 h 302134"/>
              <a:gd name="connsiteX45" fmla="*/ 416643 w 1078169"/>
              <a:gd name="connsiteY45" fmla="*/ 173 h 302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78169" h="302134">
                <a:moveTo>
                  <a:pt x="135721" y="71284"/>
                </a:moveTo>
                <a:lnTo>
                  <a:pt x="109085" y="189249"/>
                </a:lnTo>
                <a:lnTo>
                  <a:pt x="161091" y="189249"/>
                </a:lnTo>
                <a:close/>
                <a:moveTo>
                  <a:pt x="394483" y="66210"/>
                </a:moveTo>
                <a:cubicBezTo>
                  <a:pt x="377993" y="71284"/>
                  <a:pt x="374189" y="80163"/>
                  <a:pt x="374189" y="89042"/>
                </a:cubicBezTo>
                <a:cubicBezTo>
                  <a:pt x="374189" y="109337"/>
                  <a:pt x="400825" y="115679"/>
                  <a:pt x="418583" y="123290"/>
                </a:cubicBezTo>
                <a:cubicBezTo>
                  <a:pt x="447757" y="134705"/>
                  <a:pt x="501033" y="148658"/>
                  <a:pt x="499763" y="210811"/>
                </a:cubicBezTo>
                <a:cubicBezTo>
                  <a:pt x="499763" y="247596"/>
                  <a:pt x="464247" y="283112"/>
                  <a:pt x="422389" y="295797"/>
                </a:cubicBezTo>
                <a:cubicBezTo>
                  <a:pt x="371653" y="311018"/>
                  <a:pt x="319645" y="295797"/>
                  <a:pt x="287933" y="281844"/>
                </a:cubicBezTo>
                <a:lnTo>
                  <a:pt x="287933" y="213348"/>
                </a:lnTo>
                <a:cubicBezTo>
                  <a:pt x="314573" y="231106"/>
                  <a:pt x="338671" y="242522"/>
                  <a:pt x="367845" y="242522"/>
                </a:cubicBezTo>
                <a:cubicBezTo>
                  <a:pt x="385605" y="242522"/>
                  <a:pt x="412241" y="233643"/>
                  <a:pt x="412241" y="209543"/>
                </a:cubicBezTo>
                <a:cubicBezTo>
                  <a:pt x="412241" y="189248"/>
                  <a:pt x="393215" y="182906"/>
                  <a:pt x="381797" y="176564"/>
                </a:cubicBezTo>
                <a:cubicBezTo>
                  <a:pt x="318377" y="142316"/>
                  <a:pt x="337403" y="72552"/>
                  <a:pt x="394483" y="66210"/>
                </a:cubicBezTo>
                <a:close/>
                <a:moveTo>
                  <a:pt x="894245" y="9131"/>
                </a:moveTo>
                <a:lnTo>
                  <a:pt x="972889" y="9131"/>
                </a:lnTo>
                <a:lnTo>
                  <a:pt x="972889" y="236181"/>
                </a:lnTo>
                <a:lnTo>
                  <a:pt x="1078169" y="236181"/>
                </a:lnTo>
                <a:lnTo>
                  <a:pt x="1078169" y="295797"/>
                </a:lnTo>
                <a:lnTo>
                  <a:pt x="894245" y="295797"/>
                </a:lnTo>
                <a:close/>
                <a:moveTo>
                  <a:pt x="564453" y="9131"/>
                </a:moveTo>
                <a:lnTo>
                  <a:pt x="650707" y="9131"/>
                </a:lnTo>
                <a:lnTo>
                  <a:pt x="690029" y="181638"/>
                </a:lnTo>
                <a:lnTo>
                  <a:pt x="730617" y="9131"/>
                </a:lnTo>
                <a:lnTo>
                  <a:pt x="816873" y="9131"/>
                </a:lnTo>
                <a:lnTo>
                  <a:pt x="854925" y="295797"/>
                </a:lnTo>
                <a:lnTo>
                  <a:pt x="773745" y="295797"/>
                </a:lnTo>
                <a:lnTo>
                  <a:pt x="759793" y="114411"/>
                </a:lnTo>
                <a:lnTo>
                  <a:pt x="721739" y="295797"/>
                </a:lnTo>
                <a:lnTo>
                  <a:pt x="658317" y="295797"/>
                </a:lnTo>
                <a:lnTo>
                  <a:pt x="621533" y="114411"/>
                </a:lnTo>
                <a:lnTo>
                  <a:pt x="607581" y="295797"/>
                </a:lnTo>
                <a:lnTo>
                  <a:pt x="526401" y="295797"/>
                </a:lnTo>
                <a:close/>
                <a:moveTo>
                  <a:pt x="86253" y="9131"/>
                </a:moveTo>
                <a:lnTo>
                  <a:pt x="183923" y="9131"/>
                </a:lnTo>
                <a:lnTo>
                  <a:pt x="270177" y="295797"/>
                </a:lnTo>
                <a:lnTo>
                  <a:pt x="183923" y="295797"/>
                </a:lnTo>
                <a:lnTo>
                  <a:pt x="172507" y="243791"/>
                </a:lnTo>
                <a:lnTo>
                  <a:pt x="97669" y="243791"/>
                </a:lnTo>
                <a:lnTo>
                  <a:pt x="86253" y="295797"/>
                </a:lnTo>
                <a:lnTo>
                  <a:pt x="0" y="295797"/>
                </a:lnTo>
                <a:close/>
                <a:moveTo>
                  <a:pt x="416643" y="173"/>
                </a:moveTo>
                <a:cubicBezTo>
                  <a:pt x="438563" y="1124"/>
                  <a:pt x="460127" y="5960"/>
                  <a:pt x="478201" y="14205"/>
                </a:cubicBezTo>
                <a:cubicBezTo>
                  <a:pt x="479469" y="31963"/>
                  <a:pt x="480737" y="49721"/>
                  <a:pt x="478201" y="89043"/>
                </a:cubicBezTo>
                <a:cubicBezTo>
                  <a:pt x="407169" y="26889"/>
                  <a:pt x="295545" y="52258"/>
                  <a:pt x="294277" y="109337"/>
                </a:cubicBezTo>
                <a:cubicBezTo>
                  <a:pt x="281911" y="29426"/>
                  <a:pt x="350883" y="-2681"/>
                  <a:pt x="416643" y="173"/>
                </a:cubicBezTo>
                <a:close/>
              </a:path>
            </a:pathLst>
          </a:custGeom>
          <a:solidFill>
            <a:schemeClr val="bg1"/>
          </a:solidFill>
          <a:ln w="12680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sz="2400" baseline="0">
              <a:latin typeface="+mn-lt"/>
              <a:cs typeface="+mn-cs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22322-7498-40F8-BEAB-2B540EAD49E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0"/>
              </a:spcAft>
            </a:pPr>
            <a:fld id="{41C53B78-E616-423D-9CC7-E40543DBA806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F0FCF-AFC4-4BF8-A68B-2DC81BF170E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C8B372-2A1E-4510-B277-0C385ECF879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7741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1" pos="2838">
          <p15:clr>
            <a:srgbClr val="FFFFFF"/>
          </p15:clr>
        </p15:guide>
        <p15:guide id="2" pos="7319">
          <p15:clr>
            <a:srgbClr val="FFFFFF"/>
          </p15:clr>
        </p15:guide>
        <p15:guide id="3" orient="horz" pos="509">
          <p15:clr>
            <a:srgbClr val="FFFFFF"/>
          </p15:clr>
        </p15:guide>
        <p15:guide id="4" orient="horz" pos="1747">
          <p15:clr>
            <a:srgbClr val="FFFFFF"/>
          </p15:clr>
        </p15:guide>
        <p15:guide id="5" orient="horz" pos="2632">
          <p15:clr>
            <a:srgbClr val="FFFF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 Contents" type="twoObj" preserve="1">
  <p:cSld name="Title 2 Cont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1" name="Content Placeholder left">
            <a:extLst>
              <a:ext uri="{FF2B5EF4-FFF2-40B4-BE49-F238E27FC236}">
                <a16:creationId xmlns:a16="http://schemas.microsoft.com/office/drawing/2014/main" id="{0CAC78B5-1779-4709-AF35-4B8166EA2A8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6400" y="1369799"/>
            <a:ext cx="5241288" cy="468016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2" name="Content Placeholder right">
            <a:extLst>
              <a:ext uri="{FF2B5EF4-FFF2-40B4-BE49-F238E27FC236}">
                <a16:creationId xmlns:a16="http://schemas.microsoft.com/office/drawing/2014/main" id="{E89E6773-5B9E-4C7D-B1BE-54C5F7F4832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02399" y="1369799"/>
            <a:ext cx="5241863" cy="468016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AB5EB7-FEDE-4F62-8CA4-FA996173ABE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F71A1833-FAE1-44C3-9B0A-EE1B16BE8780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CD819-C2C1-4105-A401-FB1FCBF4F692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6AC08-326C-4149-9875-2CE49F374AC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89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pos="7083">
          <p15:clr>
            <a:srgbClr val="547EBF"/>
          </p15:clr>
        </p15:guide>
        <p15:guide id="4" orient="horz" pos="509">
          <p15:clr>
            <a:srgbClr val="547EBF"/>
          </p15:clr>
        </p15:guide>
        <p15:guide id="5" orient="horz" pos="745">
          <p15:clr>
            <a:srgbClr val="547EBF"/>
          </p15:clr>
        </p15:guide>
        <p15:guide id="6" orient="horz" pos="863">
          <p15:clr>
            <a:srgbClr val="547EBF"/>
          </p15:clr>
        </p15:guide>
        <p15:guide id="7" orient="horz" pos="3811">
          <p15:clr>
            <a:srgbClr val="547EBF"/>
          </p15:clr>
        </p15:guide>
        <p15:guide id="8" orient="horz" pos="3958">
          <p15:clr>
            <a:srgbClr val="547EBF"/>
          </p15:clr>
        </p15:guide>
        <p15:guide id="9" pos="3545">
          <p15:clr>
            <a:srgbClr val="547EBF"/>
          </p15:clr>
        </p15:guide>
        <p15:guide id="10" pos="3781">
          <p15:clr>
            <a:srgbClr val="547EB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 Contents" type="objAndTwoObj" preserve="1">
  <p:cSld name="Title 3 Cont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1" name="Content Placeholder left">
            <a:extLst>
              <a:ext uri="{FF2B5EF4-FFF2-40B4-BE49-F238E27FC236}">
                <a16:creationId xmlns:a16="http://schemas.microsoft.com/office/drawing/2014/main" id="{F5838B5B-8D44-4948-9685-83EA5B4F67B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6399" y="1369799"/>
            <a:ext cx="3369625" cy="468016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2" name="Content Placeholder center">
            <a:extLst>
              <a:ext uri="{FF2B5EF4-FFF2-40B4-BE49-F238E27FC236}">
                <a16:creationId xmlns:a16="http://schemas.microsoft.com/office/drawing/2014/main" id="{32BB11D2-EA02-41A0-9EE7-358732E361F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130400" y="1369799"/>
            <a:ext cx="3368950" cy="468016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3" name="Content Placeholder right">
            <a:extLst>
              <a:ext uri="{FF2B5EF4-FFF2-40B4-BE49-F238E27FC236}">
                <a16:creationId xmlns:a16="http://schemas.microsoft.com/office/drawing/2014/main" id="{CF21524C-67FC-4C50-BAB0-4B436AB19D3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874399" y="1369799"/>
            <a:ext cx="3369863" cy="468016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283F9-9BAE-49C1-8215-98BC764F262D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DF8F69ED-2428-4A80-94E8-54798B345288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85F4D-A4CF-4983-9CA8-23B010115B4D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2CEB6-3AF0-4ED5-B22D-724138DD085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74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pos="7083">
          <p15:clr>
            <a:srgbClr val="547EBF"/>
          </p15:clr>
        </p15:guide>
        <p15:guide id="3" orient="horz" pos="273">
          <p15:clr>
            <a:srgbClr val="547EBF"/>
          </p15:clr>
        </p15:guide>
        <p15:guide id="4" orient="horz" pos="509">
          <p15:clr>
            <a:srgbClr val="547EBF"/>
          </p15:clr>
        </p15:guide>
        <p15:guide id="5" orient="horz" pos="745">
          <p15:clr>
            <a:srgbClr val="547EBF"/>
          </p15:clr>
        </p15:guide>
        <p15:guide id="6" orient="horz" pos="863">
          <p15:clr>
            <a:srgbClr val="547EBF"/>
          </p15:clr>
        </p15:guide>
        <p15:guide id="7" orient="horz" pos="3811">
          <p15:clr>
            <a:srgbClr val="547EBF"/>
          </p15:clr>
        </p15:guide>
        <p15:guide id="8" orient="horz" pos="3958">
          <p15:clr>
            <a:srgbClr val="547EBF"/>
          </p15:clr>
        </p15:guide>
        <p15:guide id="9" pos="2366">
          <p15:clr>
            <a:srgbClr val="547EBF"/>
          </p15:clr>
        </p15:guide>
        <p15:guide id="10" pos="2602">
          <p15:clr>
            <a:srgbClr val="547EBF"/>
          </p15:clr>
        </p15:guide>
        <p15:guide id="11" pos="4724">
          <p15:clr>
            <a:srgbClr val="547EBF"/>
          </p15:clr>
        </p15:guide>
        <p15:guide id="12" pos="4960">
          <p15:clr>
            <a:srgbClr val="547EB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4 Contents" type="fourObj" preserve="1">
  <p:cSld name="Title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2" name="Content Placeholder left">
            <a:extLst>
              <a:ext uri="{FF2B5EF4-FFF2-40B4-BE49-F238E27FC236}">
                <a16:creationId xmlns:a16="http://schemas.microsoft.com/office/drawing/2014/main" id="{68997374-0D38-4532-8506-0877E5D1F9A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6400" y="1369799"/>
            <a:ext cx="2433000" cy="4680163"/>
          </a:xfrm>
        </p:spPr>
        <p:txBody>
          <a:bodyPr/>
          <a:lstStyle>
            <a:lvl1pPr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 baseline="0"/>
            </a:lvl1pPr>
            <a:lvl2pPr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 baseline="0"/>
            </a:lvl2pPr>
            <a:lvl3pPr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 baseline="0"/>
            </a:lvl3pPr>
            <a:lvl4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aseline="0"/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aseline="0"/>
            </a:lvl5pPr>
            <a:lvl6pPr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 baseline="0"/>
            </a:lvl6pPr>
            <a:lvl7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aseline="0"/>
            </a:lvl7pPr>
            <a:lvl8pPr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defRPr sz="1200" baseline="0"/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3" name="Content Placeholder center left">
            <a:extLst>
              <a:ext uri="{FF2B5EF4-FFF2-40B4-BE49-F238E27FC236}">
                <a16:creationId xmlns:a16="http://schemas.microsoft.com/office/drawing/2014/main" id="{40E6EFB6-C485-43AC-8071-33FD8D38BC7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194400" y="1369799"/>
            <a:ext cx="2433288" cy="4680163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14" name="Content Placeholder center right">
            <a:extLst>
              <a:ext uri="{FF2B5EF4-FFF2-40B4-BE49-F238E27FC236}">
                <a16:creationId xmlns:a16="http://schemas.microsoft.com/office/drawing/2014/main" id="{F07FD752-F5AE-44F3-9E78-BAE50FECB03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002399" y="1369799"/>
            <a:ext cx="2433575" cy="4680163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15" name="Content Placeholder right">
            <a:extLst>
              <a:ext uri="{FF2B5EF4-FFF2-40B4-BE49-F238E27FC236}">
                <a16:creationId xmlns:a16="http://schemas.microsoft.com/office/drawing/2014/main" id="{11103353-C967-4B83-BF3B-88CA81C9603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810399" y="1369799"/>
            <a:ext cx="2433863" cy="4680163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C5AA7-4333-4ADE-B698-06D17EAFF7DF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6DC0EA7D-56F1-4A2B-89B2-9444DEF1AFC8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C7595-36F8-47CD-9313-F7DD7933BC5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2EC2A-38E8-46A0-A721-6659543C2EC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7055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3811">
          <p15:clr>
            <a:srgbClr val="547EBF"/>
          </p15:clr>
        </p15:guide>
        <p15:guide id="7" orient="horz" pos="3958">
          <p15:clr>
            <a:srgbClr val="547EBF"/>
          </p15:clr>
        </p15:guide>
        <p15:guide id="8" pos="7083">
          <p15:clr>
            <a:srgbClr val="547EBF"/>
          </p15:clr>
        </p15:guide>
        <p15:guide id="9" pos="5550">
          <p15:clr>
            <a:srgbClr val="547EBF"/>
          </p15:clr>
        </p15:guide>
        <p15:guide id="10" pos="5314">
          <p15:clr>
            <a:srgbClr val="547EBF"/>
          </p15:clr>
        </p15:guide>
        <p15:guide id="11" pos="1776">
          <p15:clr>
            <a:srgbClr val="547EBF"/>
          </p15:clr>
        </p15:guide>
        <p15:guide id="12" pos="2012">
          <p15:clr>
            <a:srgbClr val="547EBF"/>
          </p15:clr>
        </p15:guide>
        <p15:guide id="13" pos="3545">
          <p15:clr>
            <a:srgbClr val="547EBF"/>
          </p15:clr>
        </p15:guide>
        <p15:guide id="14" pos="3781">
          <p15:clr>
            <a:srgbClr val="547EB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&#10;with Header" type="txOverObj" preserve="1">
  <p:cSld name="Title Content &#10;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1A5B03E1-015A-4D18-B342-9CADF726D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1370013"/>
            <a:ext cx="10858500" cy="280988"/>
          </a:xfrm>
        </p:spPr>
        <p:txBody>
          <a:bodyPr vert="horz" lIns="0" tIns="0" rIns="0" bIns="0" rtlCol="0">
            <a:noAutofit/>
          </a:bodyPr>
          <a:lstStyle>
            <a:lvl1pPr>
              <a:defRPr lang="en-US" baseline="0" dirty="0">
                <a:solidFill>
                  <a:schemeClr val="accent1"/>
                </a:solidFill>
              </a:defRPr>
            </a:lvl1pPr>
            <a:lvl2pPr>
              <a:defRPr lang="en-US" baseline="0" dirty="0">
                <a:solidFill>
                  <a:schemeClr val="accent1"/>
                </a:solidFill>
              </a:defRPr>
            </a:lvl2pPr>
            <a:lvl3pPr>
              <a:defRPr lang="en-US" baseline="0" dirty="0">
                <a:solidFill>
                  <a:schemeClr val="accent1"/>
                </a:solidFill>
              </a:defRPr>
            </a:lvl3pPr>
            <a:lvl4pPr>
              <a:defRPr lang="en-US" baseline="0" dirty="0">
                <a:solidFill>
                  <a:schemeClr val="accent1"/>
                </a:solidFill>
              </a:defRPr>
            </a:lvl4pPr>
            <a:lvl5pPr>
              <a:defRPr lang="en-US" baseline="0" dirty="0">
                <a:solidFill>
                  <a:schemeClr val="accent1"/>
                </a:solidFill>
              </a:defRPr>
            </a:lvl5pPr>
            <a:lvl6pPr>
              <a:buAutoNum type="arabicPeriod"/>
              <a:defRPr lang="en-US" baseline="0" dirty="0">
                <a:solidFill>
                  <a:schemeClr val="accent1"/>
                </a:solidFill>
              </a:defRPr>
            </a:lvl6pPr>
            <a:lvl7pPr>
              <a:buAutoNum type="romanLcPeriod"/>
              <a:defRPr lang="en-US" baseline="0" dirty="0">
                <a:solidFill>
                  <a:schemeClr val="accent1"/>
                </a:solidFill>
              </a:defRPr>
            </a:lvl7pPr>
            <a:lvl8pPr>
              <a:defRPr lang="en-US" baseline="0" dirty="0">
                <a:solidFill>
                  <a:schemeClr val="accent1"/>
                </a:solidFill>
              </a:defRPr>
            </a:lvl8pPr>
            <a:lvl9pPr>
              <a:defRPr lang="en-US" baseline="0" dirty="0"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3" name="Content Placeholder" hidden="1">
            <a:extLst>
              <a:ext uri="{FF2B5EF4-FFF2-40B4-BE49-F238E27FC236}">
                <a16:creationId xmlns:a16="http://schemas.microsoft.com/office/drawing/2014/main" id="{F39CDF36-8584-474A-A340-2CF19A90EF6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5763" y="1838326"/>
            <a:ext cx="10857863" cy="4211637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F9F72-D473-4FF0-B534-697B037CAB9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63A683AB-5A04-4495-8F42-C4AB3BB4E0B4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3986B-5EC8-441C-8101-40A5B761494C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A1E49-F2C9-4BC4-B87C-E6B6AD4C516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2583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pos="7083">
          <p15:clr>
            <a:srgbClr val="547EBF"/>
          </p15:clr>
        </p15:guide>
        <p15:guide id="4" orient="horz" pos="509">
          <p15:clr>
            <a:srgbClr val="547EBF"/>
          </p15:clr>
        </p15:guide>
        <p15:guide id="5" orient="horz" pos="745">
          <p15:clr>
            <a:srgbClr val="547EBF"/>
          </p15:clr>
        </p15:guide>
        <p15:guide id="6" orient="horz" pos="863">
          <p15:clr>
            <a:srgbClr val="547EBF"/>
          </p15:clr>
        </p15:guide>
        <p15:guide id="7" orient="horz" pos="1040">
          <p15:clr>
            <a:srgbClr val="547EBF"/>
          </p15:clr>
        </p15:guide>
        <p15:guide id="8" orient="horz" pos="1158">
          <p15:clr>
            <a:srgbClr val="547EBF"/>
          </p15:clr>
        </p15:guide>
        <p15:guide id="9" orient="horz" pos="3811">
          <p15:clr>
            <a:srgbClr val="547EBF"/>
          </p15:clr>
        </p15:guide>
        <p15:guide id="10" orient="horz" pos="3958">
          <p15:clr>
            <a:srgbClr val="547EB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 Contents &#10;with Headers" type="twoTxTwoObj" preserve="1">
  <p:cSld name="Title 2 Contents &#10;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1" name="Text Placeholder left">
            <a:extLst>
              <a:ext uri="{FF2B5EF4-FFF2-40B4-BE49-F238E27FC236}">
                <a16:creationId xmlns:a16="http://schemas.microsoft.com/office/drawing/2014/main" id="{0CFC4BF5-DB1E-4713-9E98-00F92C026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1370013"/>
            <a:ext cx="5242237" cy="280988"/>
          </a:xfrm>
        </p:spPr>
        <p:txBody>
          <a:bodyPr/>
          <a:lstStyle>
            <a:lvl1pPr>
              <a:defRPr b="0" baseline="0">
                <a:solidFill>
                  <a:schemeClr val="accent1"/>
                </a:solidFill>
              </a:defRPr>
            </a:lvl1pPr>
            <a:lvl2pPr>
              <a:defRPr baseline="0">
                <a:solidFill>
                  <a:schemeClr val="accent1"/>
                </a:solidFill>
              </a:defRPr>
            </a:lvl2pPr>
            <a:lvl3pPr>
              <a:defRPr baseline="0">
                <a:solidFill>
                  <a:schemeClr val="accent1"/>
                </a:solidFill>
              </a:defRPr>
            </a:lvl3pPr>
            <a:lvl4pPr>
              <a:defRPr baseline="0">
                <a:solidFill>
                  <a:schemeClr val="accent1"/>
                </a:solidFill>
              </a:defRPr>
            </a:lvl4pPr>
            <a:lvl5pPr>
              <a:defRPr baseline="0"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right">
            <a:extLst>
              <a:ext uri="{FF2B5EF4-FFF2-40B4-BE49-F238E27FC236}">
                <a16:creationId xmlns:a16="http://schemas.microsoft.com/office/drawing/2014/main" id="{2736EA48-A5FD-471F-8C50-CAC9BAAFCC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2400" y="1369800"/>
            <a:ext cx="5237781" cy="280987"/>
          </a:xfrm>
        </p:spPr>
        <p:txBody>
          <a:bodyPr/>
          <a:lstStyle>
            <a:lvl1pPr>
              <a:defRPr b="0" baseline="0">
                <a:solidFill>
                  <a:schemeClr val="accent1"/>
                </a:solidFill>
              </a:defRPr>
            </a:lvl1pPr>
            <a:lvl2pPr>
              <a:defRPr baseline="0">
                <a:solidFill>
                  <a:schemeClr val="accent1"/>
                </a:solidFill>
              </a:defRPr>
            </a:lvl2pPr>
            <a:lvl3pPr>
              <a:defRPr baseline="0">
                <a:solidFill>
                  <a:schemeClr val="accent1"/>
                </a:solidFill>
              </a:defRPr>
            </a:lvl3pPr>
            <a:lvl4pPr>
              <a:defRPr baseline="0">
                <a:solidFill>
                  <a:schemeClr val="accent1"/>
                </a:solidFill>
              </a:defRPr>
            </a:lvl4pPr>
            <a:lvl5pPr>
              <a:defRPr baseline="0"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Content Placeholder left">
            <a:extLst>
              <a:ext uri="{FF2B5EF4-FFF2-40B4-BE49-F238E27FC236}">
                <a16:creationId xmlns:a16="http://schemas.microsoft.com/office/drawing/2014/main" id="{66ADD6CF-E96E-40D4-888D-AEC6A7B689C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6400" y="1838325"/>
            <a:ext cx="5241288" cy="421163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4" name="Content Placeholder right">
            <a:extLst>
              <a:ext uri="{FF2B5EF4-FFF2-40B4-BE49-F238E27FC236}">
                <a16:creationId xmlns:a16="http://schemas.microsoft.com/office/drawing/2014/main" id="{E1B13DFC-B01F-469C-B65F-D2F36871231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02399" y="1838325"/>
            <a:ext cx="5241863" cy="421163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53840-5CF9-42CC-B75A-73C48DC2F7C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B9BDC80F-B4C1-44FE-ACB2-6206973AA8E2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8F75E6-E90D-4A29-855E-060F8C52029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CE0EC-DF6D-4A71-AB27-210BB010718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5487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1040">
          <p15:clr>
            <a:srgbClr val="547EBF"/>
          </p15:clr>
        </p15:guide>
        <p15:guide id="7" orient="horz" pos="1158">
          <p15:clr>
            <a:srgbClr val="547EBF"/>
          </p15:clr>
        </p15:guide>
        <p15:guide id="8" orient="horz" pos="3811">
          <p15:clr>
            <a:srgbClr val="547EBF"/>
          </p15:clr>
        </p15:guide>
        <p15:guide id="9" orient="horz" pos="3958">
          <p15:clr>
            <a:srgbClr val="547EBF"/>
          </p15:clr>
        </p15:guide>
        <p15:guide id="10" pos="3545">
          <p15:clr>
            <a:srgbClr val="547EBF"/>
          </p15:clr>
        </p15:guide>
        <p15:guide id="11" pos="3781">
          <p15:clr>
            <a:srgbClr val="547EBF"/>
          </p15:clr>
        </p15:guide>
        <p15:guide id="12" pos="7083">
          <p15:clr>
            <a:srgbClr val="547EB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 Contents &#10;with Headers" preserve="1">
  <p:cSld name="Title 3 Contents &#10;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2" name="Text Placeholder left">
            <a:extLst>
              <a:ext uri="{FF2B5EF4-FFF2-40B4-BE49-F238E27FC236}">
                <a16:creationId xmlns:a16="http://schemas.microsoft.com/office/drawing/2014/main" id="{A8886709-9610-483F-92CC-2A72A3FBEF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1370013"/>
            <a:ext cx="3370237" cy="280988"/>
          </a:xfrm>
        </p:spPr>
        <p:txBody>
          <a:bodyPr/>
          <a:lstStyle>
            <a:lvl1pPr>
              <a:defRPr b="0" baseline="0">
                <a:solidFill>
                  <a:schemeClr val="accent1"/>
                </a:solidFill>
              </a:defRPr>
            </a:lvl1pPr>
            <a:lvl2pPr>
              <a:defRPr baseline="0">
                <a:solidFill>
                  <a:schemeClr val="accent1"/>
                </a:solidFill>
              </a:defRPr>
            </a:lvl2pPr>
            <a:lvl3pPr>
              <a:defRPr baseline="0">
                <a:solidFill>
                  <a:schemeClr val="accent1"/>
                </a:solidFill>
              </a:defRPr>
            </a:lvl3pPr>
            <a:lvl4pPr>
              <a:defRPr baseline="0">
                <a:solidFill>
                  <a:schemeClr val="accent1"/>
                </a:solidFill>
              </a:defRPr>
            </a:lvl4pPr>
            <a:lvl5pPr>
              <a:defRPr baseline="0"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ext Placeholder center">
            <a:extLst>
              <a:ext uri="{FF2B5EF4-FFF2-40B4-BE49-F238E27FC236}">
                <a16:creationId xmlns:a16="http://schemas.microsoft.com/office/drawing/2014/main" id="{C5D6C4C1-1748-4F13-BF71-CB0B1D588B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0400" y="1370013"/>
            <a:ext cx="3367372" cy="280987"/>
          </a:xfrm>
        </p:spPr>
        <p:txBody>
          <a:bodyPr/>
          <a:lstStyle>
            <a:lvl1pPr>
              <a:defRPr b="0" baseline="0">
                <a:solidFill>
                  <a:schemeClr val="accent1"/>
                </a:solidFill>
              </a:defRPr>
            </a:lvl1pPr>
            <a:lvl2pPr>
              <a:defRPr baseline="0">
                <a:solidFill>
                  <a:schemeClr val="accent1"/>
                </a:solidFill>
              </a:defRPr>
            </a:lvl2pPr>
            <a:lvl3pPr>
              <a:defRPr baseline="0">
                <a:solidFill>
                  <a:schemeClr val="accent1"/>
                </a:solidFill>
              </a:defRPr>
            </a:lvl3pPr>
            <a:lvl4pPr>
              <a:defRPr baseline="0">
                <a:solidFill>
                  <a:schemeClr val="accent1"/>
                </a:solidFill>
              </a:defRPr>
            </a:lvl4pPr>
            <a:lvl5pPr>
              <a:defRPr baseline="0"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right">
            <a:extLst>
              <a:ext uri="{FF2B5EF4-FFF2-40B4-BE49-F238E27FC236}">
                <a16:creationId xmlns:a16="http://schemas.microsoft.com/office/drawing/2014/main" id="{137B864B-E3EF-48FF-9B48-5900C6762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76628" y="1370013"/>
            <a:ext cx="3367372" cy="280987"/>
          </a:xfrm>
        </p:spPr>
        <p:txBody>
          <a:bodyPr/>
          <a:lstStyle>
            <a:lvl1pPr>
              <a:defRPr b="0" baseline="0">
                <a:solidFill>
                  <a:schemeClr val="accent1"/>
                </a:solidFill>
              </a:defRPr>
            </a:lvl1pPr>
            <a:lvl2pPr>
              <a:defRPr baseline="0">
                <a:solidFill>
                  <a:schemeClr val="accent1"/>
                </a:solidFill>
              </a:defRPr>
            </a:lvl2pPr>
            <a:lvl3pPr>
              <a:defRPr baseline="0">
                <a:solidFill>
                  <a:schemeClr val="accent1"/>
                </a:solidFill>
              </a:defRPr>
            </a:lvl3pPr>
            <a:lvl4pPr>
              <a:defRPr baseline="0">
                <a:solidFill>
                  <a:schemeClr val="accent1"/>
                </a:solidFill>
              </a:defRPr>
            </a:lvl4pPr>
            <a:lvl5pPr>
              <a:defRPr baseline="0"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Content Placeholder left">
            <a:extLst>
              <a:ext uri="{FF2B5EF4-FFF2-40B4-BE49-F238E27FC236}">
                <a16:creationId xmlns:a16="http://schemas.microsoft.com/office/drawing/2014/main" id="{80B9EEE4-A50E-45E6-90B7-A6DF93D7D7E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6399" y="1838325"/>
            <a:ext cx="3369625" cy="421163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6" name="Content Placeholder center">
            <a:extLst>
              <a:ext uri="{FF2B5EF4-FFF2-40B4-BE49-F238E27FC236}">
                <a16:creationId xmlns:a16="http://schemas.microsoft.com/office/drawing/2014/main" id="{6198751F-5038-4C04-BB4F-3E8723C1B29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130400" y="1838325"/>
            <a:ext cx="3368950" cy="421163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7" name="Content Placeholder right">
            <a:extLst>
              <a:ext uri="{FF2B5EF4-FFF2-40B4-BE49-F238E27FC236}">
                <a16:creationId xmlns:a16="http://schemas.microsoft.com/office/drawing/2014/main" id="{491A289C-2085-4668-9581-ADDF1084BBEE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874399" y="1838325"/>
            <a:ext cx="3369863" cy="421163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72EF5-53AC-4B89-8142-90BB2ABE7316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845B5099-DAA5-4374-A8EF-055ECA9C9DD1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EE9EC-14C8-490D-AD5C-42C125A1E4EE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7346F-2946-4C35-8684-4782DA54540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2941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pos="7083">
          <p15:clr>
            <a:srgbClr val="547EBF"/>
          </p15:clr>
        </p15:guide>
        <p15:guide id="4" orient="horz" pos="509">
          <p15:clr>
            <a:srgbClr val="547EBF"/>
          </p15:clr>
        </p15:guide>
        <p15:guide id="5" orient="horz" pos="745">
          <p15:clr>
            <a:srgbClr val="547EBF"/>
          </p15:clr>
        </p15:guide>
        <p15:guide id="6" orient="horz" pos="863">
          <p15:clr>
            <a:srgbClr val="547EBF"/>
          </p15:clr>
        </p15:guide>
        <p15:guide id="7" orient="horz" pos="1040">
          <p15:clr>
            <a:srgbClr val="547EBF"/>
          </p15:clr>
        </p15:guide>
        <p15:guide id="8" orient="horz" pos="1158">
          <p15:clr>
            <a:srgbClr val="547EBF"/>
          </p15:clr>
        </p15:guide>
        <p15:guide id="9" orient="horz" pos="3811">
          <p15:clr>
            <a:srgbClr val="547EBF"/>
          </p15:clr>
        </p15:guide>
        <p15:guide id="10" orient="horz" pos="3958">
          <p15:clr>
            <a:srgbClr val="547EBF"/>
          </p15:clr>
        </p15:guide>
        <p15:guide id="11" pos="2366">
          <p15:clr>
            <a:srgbClr val="547EBF"/>
          </p15:clr>
        </p15:guide>
        <p15:guide id="12" pos="2602">
          <p15:clr>
            <a:srgbClr val="547EBF"/>
          </p15:clr>
        </p15:guide>
        <p15:guide id="13" pos="4724">
          <p15:clr>
            <a:srgbClr val="547EBF"/>
          </p15:clr>
        </p15:guide>
        <p15:guide id="14" pos="4960">
          <p15:clr>
            <a:srgbClr val="547EB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4 Contents &#10;with Headers" preserve="1">
  <p:cSld name="Title 4 Contents &#10;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3" name="Text Placeholder left">
            <a:extLst>
              <a:ext uri="{FF2B5EF4-FFF2-40B4-BE49-F238E27FC236}">
                <a16:creationId xmlns:a16="http://schemas.microsoft.com/office/drawing/2014/main" id="{F3C161C3-640E-41D6-A44F-B3AC303481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1370013"/>
            <a:ext cx="2434237" cy="28098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b="0" dirty="0">
                <a:solidFill>
                  <a:schemeClr val="accent1"/>
                </a:solidFill>
              </a:defRPr>
            </a:lvl1pPr>
            <a:lvl2pPr>
              <a:defRPr lang="en-US" sz="1200" dirty="0">
                <a:solidFill>
                  <a:schemeClr val="accent1"/>
                </a:solidFill>
              </a:defRPr>
            </a:lvl2pPr>
            <a:lvl3pPr>
              <a:defRPr lang="en-US" sz="1200" dirty="0">
                <a:solidFill>
                  <a:schemeClr val="accent1"/>
                </a:solidFill>
              </a:defRPr>
            </a:lvl3pPr>
            <a:lvl4pPr>
              <a:defRPr lang="en-US" sz="1000" dirty="0">
                <a:solidFill>
                  <a:schemeClr val="accent1"/>
                </a:solidFill>
              </a:defRPr>
            </a:lvl4pPr>
            <a:lvl5pPr>
              <a:defRPr lang="en-US" dirty="0">
                <a:solidFill>
                  <a:schemeClr val="accent1"/>
                </a:solidFill>
              </a:defRPr>
            </a:lvl5pPr>
            <a:lvl6pPr>
              <a:defRPr lang="en-US" sz="1200" dirty="0">
                <a:solidFill>
                  <a:schemeClr val="accent1"/>
                </a:solidFill>
              </a:defRPr>
            </a:lvl6pPr>
            <a:lvl7pPr>
              <a:defRPr lang="en-US" sz="1000" dirty="0">
                <a:solidFill>
                  <a:schemeClr val="accent1"/>
                </a:solidFill>
              </a:defRPr>
            </a:lvl7pPr>
            <a:lvl8pPr>
              <a:defRPr lang="en-US" dirty="0">
                <a:solidFill>
                  <a:schemeClr val="accent1"/>
                </a:solidFill>
              </a:defRPr>
            </a:lvl8pPr>
            <a:lvl9pPr>
              <a:defRPr lang="en-US" dirty="0">
                <a:solidFill>
                  <a:schemeClr val="accent1"/>
                </a:solidFill>
              </a:defRPr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center left">
            <a:extLst>
              <a:ext uri="{FF2B5EF4-FFF2-40B4-BE49-F238E27FC236}">
                <a16:creationId xmlns:a16="http://schemas.microsoft.com/office/drawing/2014/main" id="{BF155FED-E878-4F82-91CB-EEB6A0EAAC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4400" y="1369801"/>
            <a:ext cx="2432168" cy="2812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b="0" dirty="0">
                <a:solidFill>
                  <a:schemeClr val="accent1"/>
                </a:solidFill>
              </a:defRPr>
            </a:lvl1pPr>
            <a:lvl2pPr>
              <a:defRPr lang="en-US" sz="1200" dirty="0">
                <a:solidFill>
                  <a:schemeClr val="accent1"/>
                </a:solidFill>
              </a:defRPr>
            </a:lvl2pPr>
            <a:lvl3pPr>
              <a:defRPr lang="en-US" sz="1200" dirty="0">
                <a:solidFill>
                  <a:schemeClr val="accent1"/>
                </a:solidFill>
              </a:defRPr>
            </a:lvl3pPr>
            <a:lvl4pPr>
              <a:defRPr lang="en-US" sz="1000" dirty="0">
                <a:solidFill>
                  <a:schemeClr val="accent1"/>
                </a:solidFill>
              </a:defRPr>
            </a:lvl4pPr>
            <a:lvl5pPr>
              <a:defRPr lang="en-US" dirty="0">
                <a:solidFill>
                  <a:schemeClr val="accent1"/>
                </a:solidFill>
              </a:defRPr>
            </a:lvl5pPr>
            <a:lvl6pPr>
              <a:defRPr lang="en-US" sz="1200" dirty="0">
                <a:solidFill>
                  <a:schemeClr val="accent1"/>
                </a:solidFill>
              </a:defRPr>
            </a:lvl6pPr>
            <a:lvl7pPr>
              <a:defRPr lang="en-US" sz="1000" dirty="0">
                <a:solidFill>
                  <a:schemeClr val="accent1"/>
                </a:solidFill>
              </a:defRPr>
            </a:lvl7pPr>
            <a:lvl8pPr>
              <a:defRPr lang="en-US" dirty="0">
                <a:solidFill>
                  <a:schemeClr val="accent1"/>
                </a:solidFill>
              </a:defRPr>
            </a:lvl8pPr>
            <a:lvl9pPr>
              <a:defRPr lang="en-US" dirty="0">
                <a:solidFill>
                  <a:schemeClr val="accent1"/>
                </a:solidFill>
              </a:defRPr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</p:txBody>
      </p:sp>
      <p:sp>
        <p:nvSpPr>
          <p:cNvPr id="15" name="Text Placeholder center right">
            <a:extLst>
              <a:ext uri="{FF2B5EF4-FFF2-40B4-BE49-F238E27FC236}">
                <a16:creationId xmlns:a16="http://schemas.microsoft.com/office/drawing/2014/main" id="{2D1F3CDA-96EB-4C1B-8688-55D69CCE43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2400" y="1370013"/>
            <a:ext cx="2432168" cy="2809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b="0" dirty="0">
                <a:solidFill>
                  <a:schemeClr val="accent1"/>
                </a:solidFill>
              </a:defRPr>
            </a:lvl1pPr>
            <a:lvl2pPr>
              <a:defRPr lang="en-US" sz="1200" dirty="0">
                <a:solidFill>
                  <a:schemeClr val="accent1"/>
                </a:solidFill>
              </a:defRPr>
            </a:lvl2pPr>
            <a:lvl3pPr>
              <a:defRPr lang="en-US" sz="1200" dirty="0">
                <a:solidFill>
                  <a:schemeClr val="accent1"/>
                </a:solidFill>
              </a:defRPr>
            </a:lvl3pPr>
            <a:lvl4pPr>
              <a:defRPr lang="en-US" sz="1000" dirty="0">
                <a:solidFill>
                  <a:schemeClr val="accent1"/>
                </a:solidFill>
              </a:defRPr>
            </a:lvl4pPr>
            <a:lvl5pPr>
              <a:defRPr lang="en-US" dirty="0">
                <a:solidFill>
                  <a:schemeClr val="accent1"/>
                </a:solidFill>
              </a:defRPr>
            </a:lvl5pPr>
            <a:lvl6pPr>
              <a:defRPr lang="en-US" sz="1200" dirty="0">
                <a:solidFill>
                  <a:schemeClr val="accent1"/>
                </a:solidFill>
              </a:defRPr>
            </a:lvl6pPr>
            <a:lvl7pPr>
              <a:defRPr lang="en-US" sz="1000" dirty="0">
                <a:solidFill>
                  <a:schemeClr val="accent1"/>
                </a:solidFill>
              </a:defRPr>
            </a:lvl7pPr>
            <a:lvl8pPr>
              <a:defRPr lang="en-US" dirty="0">
                <a:solidFill>
                  <a:schemeClr val="accent1"/>
                </a:solidFill>
              </a:defRPr>
            </a:lvl8pPr>
            <a:lvl9pPr>
              <a:defRPr lang="en-US" dirty="0">
                <a:solidFill>
                  <a:schemeClr val="accent1"/>
                </a:solidFill>
              </a:defRPr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</p:txBody>
      </p:sp>
      <p:sp>
        <p:nvSpPr>
          <p:cNvPr id="16" name="Text Placeholder right">
            <a:extLst>
              <a:ext uri="{FF2B5EF4-FFF2-40B4-BE49-F238E27FC236}">
                <a16:creationId xmlns:a16="http://schemas.microsoft.com/office/drawing/2014/main" id="{8857AEC9-5CA3-4A1E-B979-308C2CAC47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10208" y="1370013"/>
            <a:ext cx="2433792" cy="2809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b="0" dirty="0">
                <a:solidFill>
                  <a:schemeClr val="accent1"/>
                </a:solidFill>
              </a:defRPr>
            </a:lvl1pPr>
            <a:lvl2pPr>
              <a:defRPr lang="en-US" sz="1200" dirty="0">
                <a:solidFill>
                  <a:schemeClr val="accent1"/>
                </a:solidFill>
              </a:defRPr>
            </a:lvl2pPr>
            <a:lvl3pPr>
              <a:defRPr lang="en-US" sz="1200" dirty="0">
                <a:solidFill>
                  <a:schemeClr val="accent1"/>
                </a:solidFill>
              </a:defRPr>
            </a:lvl3pPr>
            <a:lvl4pPr>
              <a:defRPr lang="en-US" sz="1000" dirty="0">
                <a:solidFill>
                  <a:schemeClr val="accent1"/>
                </a:solidFill>
              </a:defRPr>
            </a:lvl4pPr>
            <a:lvl5pPr>
              <a:defRPr lang="en-US" dirty="0">
                <a:solidFill>
                  <a:schemeClr val="accent1"/>
                </a:solidFill>
              </a:defRPr>
            </a:lvl5pPr>
            <a:lvl6pPr>
              <a:defRPr lang="en-US" sz="1200" dirty="0">
                <a:solidFill>
                  <a:schemeClr val="accent1"/>
                </a:solidFill>
              </a:defRPr>
            </a:lvl6pPr>
            <a:lvl7pPr>
              <a:defRPr lang="en-US" sz="1000" dirty="0">
                <a:solidFill>
                  <a:schemeClr val="accent1"/>
                </a:solidFill>
              </a:defRPr>
            </a:lvl7pPr>
            <a:lvl8pPr>
              <a:defRPr lang="en-US" dirty="0">
                <a:solidFill>
                  <a:schemeClr val="accent1"/>
                </a:solidFill>
              </a:defRPr>
            </a:lvl8pPr>
            <a:lvl9pPr>
              <a:defRPr lang="en-US" dirty="0">
                <a:solidFill>
                  <a:schemeClr val="accent1"/>
                </a:solidFill>
              </a:defRPr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</p:txBody>
      </p:sp>
      <p:sp>
        <p:nvSpPr>
          <p:cNvPr id="25" name="Content Placeholder left">
            <a:extLst>
              <a:ext uri="{FF2B5EF4-FFF2-40B4-BE49-F238E27FC236}">
                <a16:creationId xmlns:a16="http://schemas.microsoft.com/office/drawing/2014/main" id="{F3658C72-050E-49A9-8A13-07B94D5B9E7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6400" y="1838325"/>
            <a:ext cx="2433000" cy="421163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26" name="Content Placeholder center left">
            <a:extLst>
              <a:ext uri="{FF2B5EF4-FFF2-40B4-BE49-F238E27FC236}">
                <a16:creationId xmlns:a16="http://schemas.microsoft.com/office/drawing/2014/main" id="{1A0351BE-E79F-40A3-8577-E328D395889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194400" y="1838325"/>
            <a:ext cx="2433288" cy="421163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27" name="Content Placeholder center right">
            <a:extLst>
              <a:ext uri="{FF2B5EF4-FFF2-40B4-BE49-F238E27FC236}">
                <a16:creationId xmlns:a16="http://schemas.microsoft.com/office/drawing/2014/main" id="{B5182934-6831-4FDC-A7C4-AD9D38150805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002399" y="1838325"/>
            <a:ext cx="2433575" cy="421163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28" name="Content Placeholder right">
            <a:extLst>
              <a:ext uri="{FF2B5EF4-FFF2-40B4-BE49-F238E27FC236}">
                <a16:creationId xmlns:a16="http://schemas.microsoft.com/office/drawing/2014/main" id="{C472BB61-B63B-4095-8DC2-455C10AA39C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810399" y="1838325"/>
            <a:ext cx="2433863" cy="421163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54E39-7624-462F-9F80-7DB617C0C73A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8CEDC305-A4E2-47D6-8428-DF835B4BE358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42CD21-E3A6-48AE-89E1-78DE4A6A013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E3CC0-4E20-44A9-BE78-32651EB3DB8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1843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pos="7083">
          <p15:clr>
            <a:srgbClr val="547EBF"/>
          </p15:clr>
        </p15:guide>
        <p15:guide id="4" orient="horz" pos="509">
          <p15:clr>
            <a:srgbClr val="547EBF"/>
          </p15:clr>
        </p15:guide>
        <p15:guide id="5" orient="horz" pos="745">
          <p15:clr>
            <a:srgbClr val="547EBF"/>
          </p15:clr>
        </p15:guide>
        <p15:guide id="6" orient="horz" pos="863">
          <p15:clr>
            <a:srgbClr val="547EBF"/>
          </p15:clr>
        </p15:guide>
        <p15:guide id="7" orient="horz" pos="1040">
          <p15:clr>
            <a:srgbClr val="547EBF"/>
          </p15:clr>
        </p15:guide>
        <p15:guide id="8" orient="horz" pos="1158">
          <p15:clr>
            <a:srgbClr val="547EBF"/>
          </p15:clr>
        </p15:guide>
        <p15:guide id="9" orient="horz" pos="3811">
          <p15:clr>
            <a:srgbClr val="547EBF"/>
          </p15:clr>
        </p15:guide>
        <p15:guide id="10" orient="horz" pos="3958">
          <p15:clr>
            <a:srgbClr val="547EBF"/>
          </p15:clr>
        </p15:guide>
        <p15:guide id="11" pos="1776">
          <p15:clr>
            <a:srgbClr val="547EBF"/>
          </p15:clr>
        </p15:guide>
        <p15:guide id="12" pos="2012">
          <p15:clr>
            <a:srgbClr val="547EBF"/>
          </p15:clr>
        </p15:guide>
        <p15:guide id="13" pos="3545">
          <p15:clr>
            <a:srgbClr val="547EBF"/>
          </p15:clr>
        </p15:guide>
        <p15:guide id="14" pos="3781">
          <p15:clr>
            <a:srgbClr val="547EBF"/>
          </p15:clr>
        </p15:guide>
        <p15:guide id="15" pos="5314">
          <p15:clr>
            <a:srgbClr val="547EBF"/>
          </p15:clr>
        </p15:guide>
        <p15:guide id="16" pos="5550">
          <p15:clr>
            <a:srgbClr val="547EB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&#10;with Intro" type="txAndObj" preserve="1">
  <p:cSld name="Title Content &#10;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72A2FDCE-6151-4692-9789-AB95CA61E4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1370013"/>
            <a:ext cx="10858500" cy="749300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  <a:lvl2pPr>
              <a:defRPr baseline="0">
                <a:solidFill>
                  <a:schemeClr val="accent1"/>
                </a:solidFill>
              </a:defRPr>
            </a:lvl2pPr>
            <a:lvl3pPr>
              <a:defRPr baseline="0">
                <a:solidFill>
                  <a:schemeClr val="accent1"/>
                </a:solidFill>
              </a:defRPr>
            </a:lvl3pPr>
            <a:lvl4pPr>
              <a:defRPr baseline="0">
                <a:solidFill>
                  <a:schemeClr val="accent1"/>
                </a:solidFill>
              </a:defRPr>
            </a:lvl4pPr>
            <a:lvl5pPr>
              <a:defRPr baseline="0">
                <a:solidFill>
                  <a:schemeClr val="accent1"/>
                </a:solidFill>
              </a:defRPr>
            </a:lvl5pPr>
            <a:lvl6pPr>
              <a:defRPr baseline="0">
                <a:solidFill>
                  <a:schemeClr val="accent1"/>
                </a:solidFill>
              </a:defRPr>
            </a:lvl6pPr>
            <a:lvl7pPr>
              <a:defRPr baseline="0">
                <a:solidFill>
                  <a:schemeClr val="accent1"/>
                </a:solidFill>
              </a:defRPr>
            </a:lvl7pPr>
            <a:lvl8pPr>
              <a:defRPr baseline="0">
                <a:solidFill>
                  <a:schemeClr val="accent1"/>
                </a:solidFill>
              </a:defRPr>
            </a:lvl8pPr>
            <a:lvl9pPr>
              <a:defRPr baseline="0"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BC68B6CC-90B0-4EEA-B714-6E3AFC295DB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6400" y="2305800"/>
            <a:ext cx="10857863" cy="374416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2956B-2CDE-4E6E-830A-3B27344C8F4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73C4E7FB-5B91-46E6-A46C-5488EE2B85C2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756FD2-4F39-4021-9903-850FB63FD85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7ECBC2-1186-4738-BA8D-47F51F71F4A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7335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pos="7083">
          <p15:clr>
            <a:srgbClr val="547EBF"/>
          </p15:clr>
        </p15:guide>
        <p15:guide id="4" orient="horz" pos="509">
          <p15:clr>
            <a:srgbClr val="547EBF"/>
          </p15:clr>
        </p15:guide>
        <p15:guide id="5" orient="horz" pos="745">
          <p15:clr>
            <a:srgbClr val="547EBF"/>
          </p15:clr>
        </p15:guide>
        <p15:guide id="6" orient="horz" pos="863">
          <p15:clr>
            <a:srgbClr val="547EBF"/>
          </p15:clr>
        </p15:guide>
        <p15:guide id="7" orient="horz" pos="1335">
          <p15:clr>
            <a:srgbClr val="547EBF"/>
          </p15:clr>
        </p15:guide>
        <p15:guide id="8" orient="horz" pos="1452">
          <p15:clr>
            <a:srgbClr val="547EBF"/>
          </p15:clr>
        </p15:guide>
        <p15:guide id="9" orient="horz" pos="3811">
          <p15:clr>
            <a:srgbClr val="547EBF"/>
          </p15:clr>
        </p15:guide>
        <p15:guide id="11" orient="horz" pos="3958">
          <p15:clr>
            <a:srgbClr val="547EB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 Contents &#10;with Intro" type="twoColTx" preserve="1">
  <p:cSld name="Title 2 Contents &#10;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1" name="Text Placeholder left">
            <a:extLst>
              <a:ext uri="{FF2B5EF4-FFF2-40B4-BE49-F238E27FC236}">
                <a16:creationId xmlns:a16="http://schemas.microsoft.com/office/drawing/2014/main" id="{0CFC4BF5-DB1E-4713-9E98-00F92C026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1370012"/>
            <a:ext cx="5242237" cy="748803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aseline="0" dirty="0">
                <a:solidFill>
                  <a:schemeClr val="accent1"/>
                </a:solidFill>
              </a:defRPr>
            </a:lvl1pPr>
            <a:lvl2pPr>
              <a:defRPr lang="en-US" sz="1600" baseline="0" dirty="0">
                <a:solidFill>
                  <a:schemeClr val="accent1"/>
                </a:solidFill>
              </a:defRPr>
            </a:lvl2pPr>
            <a:lvl3pPr>
              <a:defRPr lang="en-US" sz="1600" baseline="0" dirty="0">
                <a:solidFill>
                  <a:schemeClr val="accent1"/>
                </a:solidFill>
              </a:defRPr>
            </a:lvl3pPr>
            <a:lvl4pPr>
              <a:defRPr lang="en-US" baseline="0" dirty="0">
                <a:solidFill>
                  <a:schemeClr val="accent1"/>
                </a:solidFill>
              </a:defRPr>
            </a:lvl4pPr>
            <a:lvl5pPr>
              <a:defRPr lang="en-US" baseline="0" dirty="0">
                <a:solidFill>
                  <a:schemeClr val="accent1"/>
                </a:solidFill>
              </a:defRPr>
            </a:lvl5pPr>
            <a:lvl6pPr>
              <a:defRPr baseline="0">
                <a:solidFill>
                  <a:schemeClr val="accent1"/>
                </a:solidFill>
              </a:defRPr>
            </a:lvl6pPr>
            <a:lvl7pPr>
              <a:defRPr baseline="0">
                <a:solidFill>
                  <a:schemeClr val="accent1"/>
                </a:solidFill>
              </a:defRPr>
            </a:lvl7pPr>
            <a:lvl8pPr>
              <a:defRPr baseline="0">
                <a:solidFill>
                  <a:schemeClr val="accent1"/>
                </a:solidFill>
              </a:defRPr>
            </a:lvl8pPr>
            <a:lvl9pPr>
              <a:defRPr baseline="0"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12" name="Text Placeholder right">
            <a:extLst>
              <a:ext uri="{FF2B5EF4-FFF2-40B4-BE49-F238E27FC236}">
                <a16:creationId xmlns:a16="http://schemas.microsoft.com/office/drawing/2014/main" id="{2736EA48-A5FD-471F-8C50-CAC9BAAFCC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2400" y="1369800"/>
            <a:ext cx="5237781" cy="748800"/>
          </a:xfrm>
        </p:spPr>
        <p:txBody>
          <a:bodyPr vert="horz" lIns="0" tIns="0" rIns="0" bIns="0" rtlCol="0">
            <a:noAutofit/>
          </a:bodyPr>
          <a:lstStyle>
            <a:lvl1pPr>
              <a:defRPr lang="en-US" baseline="0" dirty="0">
                <a:solidFill>
                  <a:schemeClr val="accent1"/>
                </a:solidFill>
              </a:defRPr>
            </a:lvl1pPr>
            <a:lvl2pPr>
              <a:defRPr baseline="0">
                <a:solidFill>
                  <a:schemeClr val="accent1"/>
                </a:solidFill>
              </a:defRPr>
            </a:lvl2pPr>
            <a:lvl3pPr>
              <a:defRPr baseline="0">
                <a:solidFill>
                  <a:schemeClr val="accent1"/>
                </a:solidFill>
              </a:defRPr>
            </a:lvl3pPr>
            <a:lvl4pPr>
              <a:defRPr baseline="0">
                <a:solidFill>
                  <a:schemeClr val="accent1"/>
                </a:solidFill>
              </a:defRPr>
            </a:lvl4pPr>
            <a:lvl5pPr>
              <a:defRPr baseline="0">
                <a:solidFill>
                  <a:schemeClr val="accent1"/>
                </a:solidFill>
              </a:defRPr>
            </a:lvl5pPr>
            <a:lvl6pPr>
              <a:defRPr baseline="0">
                <a:solidFill>
                  <a:schemeClr val="accent1"/>
                </a:solidFill>
              </a:defRPr>
            </a:lvl6pPr>
            <a:lvl7pPr>
              <a:defRPr baseline="0">
                <a:solidFill>
                  <a:schemeClr val="accent1"/>
                </a:solidFill>
              </a:defRPr>
            </a:lvl7pPr>
            <a:lvl8pPr>
              <a:defRPr baseline="0">
                <a:solidFill>
                  <a:schemeClr val="accent1"/>
                </a:solidFill>
              </a:defRPr>
            </a:lvl8pPr>
            <a:lvl9pPr>
              <a:defRPr baseline="0"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21" name="Content Placeholder left">
            <a:extLst>
              <a:ext uri="{FF2B5EF4-FFF2-40B4-BE49-F238E27FC236}">
                <a16:creationId xmlns:a16="http://schemas.microsoft.com/office/drawing/2014/main" id="{C6377AC0-D12A-439C-B048-7CE4C88186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86400" y="2305800"/>
            <a:ext cx="5241600" cy="374394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22" name="Content Placeholder right">
            <a:extLst>
              <a:ext uri="{FF2B5EF4-FFF2-40B4-BE49-F238E27FC236}">
                <a16:creationId xmlns:a16="http://schemas.microsoft.com/office/drawing/2014/main" id="{EC6E7A83-9797-4BE9-93CC-79CCAEF0A0E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02400" y="2305800"/>
            <a:ext cx="5241862" cy="374394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ACEDA-14D2-4D60-ACDB-D5109573C7D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3CA84888-AC81-4564-B0ED-A3AB5BF805AC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4124A-5903-474D-B425-7EC03B538F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A5D1A-8FC2-4425-8085-692FBEA2366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8223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545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1335">
          <p15:clr>
            <a:srgbClr val="547EBF"/>
          </p15:clr>
        </p15:guide>
        <p15:guide id="7" orient="horz" pos="1452">
          <p15:clr>
            <a:srgbClr val="547EBF"/>
          </p15:clr>
        </p15:guide>
        <p15:guide id="8" orient="horz" pos="3811">
          <p15:clr>
            <a:srgbClr val="547EBF"/>
          </p15:clr>
        </p15:guide>
        <p15:guide id="9" orient="horz" pos="3958">
          <p15:clr>
            <a:srgbClr val="547EBF"/>
          </p15:clr>
        </p15:guide>
        <p15:guide id="10" pos="3781">
          <p15:clr>
            <a:srgbClr val="547EBF"/>
          </p15:clr>
        </p15:guide>
        <p15:guide id="11" pos="7083">
          <p15:clr>
            <a:srgbClr val="547EBF"/>
          </p15:clr>
        </p15:guide>
        <p15:guide id="12" pos="243">
          <p15:clr>
            <a:srgbClr val="547EB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 Contents &#10;with Intro" preserve="1">
  <p:cSld name="Title 3 Contents &#10;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2" name="Text Placeholder left">
            <a:extLst>
              <a:ext uri="{FF2B5EF4-FFF2-40B4-BE49-F238E27FC236}">
                <a16:creationId xmlns:a16="http://schemas.microsoft.com/office/drawing/2014/main" id="{A8886709-9610-483F-92CC-2A72A3FBEF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1370013"/>
            <a:ext cx="3370237" cy="748590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13" name="Text Placeholder center">
            <a:extLst>
              <a:ext uri="{FF2B5EF4-FFF2-40B4-BE49-F238E27FC236}">
                <a16:creationId xmlns:a16="http://schemas.microsoft.com/office/drawing/2014/main" id="{C5D6C4C1-1748-4F13-BF71-CB0B1D588B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0400" y="1370013"/>
            <a:ext cx="3367372" cy="748587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14" name="Text Placeholder right">
            <a:extLst>
              <a:ext uri="{FF2B5EF4-FFF2-40B4-BE49-F238E27FC236}">
                <a16:creationId xmlns:a16="http://schemas.microsoft.com/office/drawing/2014/main" id="{137B864B-E3EF-48FF-9B48-5900C6762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76628" y="1370013"/>
            <a:ext cx="3367372" cy="748587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21" name="Content Placeholder left">
            <a:extLst>
              <a:ext uri="{FF2B5EF4-FFF2-40B4-BE49-F238E27FC236}">
                <a16:creationId xmlns:a16="http://schemas.microsoft.com/office/drawing/2014/main" id="{C6377AC0-D12A-439C-B048-7CE4C88186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86400" y="2306013"/>
            <a:ext cx="3369600" cy="374394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22" name="Content Placeholder center">
            <a:extLst>
              <a:ext uri="{FF2B5EF4-FFF2-40B4-BE49-F238E27FC236}">
                <a16:creationId xmlns:a16="http://schemas.microsoft.com/office/drawing/2014/main" id="{EC6E7A83-9797-4BE9-93CC-79CCAEF0A0E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130400" y="2305800"/>
            <a:ext cx="3369600" cy="374394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23" name="Content Placeholder right">
            <a:extLst>
              <a:ext uri="{FF2B5EF4-FFF2-40B4-BE49-F238E27FC236}">
                <a16:creationId xmlns:a16="http://schemas.microsoft.com/office/drawing/2014/main" id="{050396BA-273E-425D-AD91-83515A9126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874399" y="2305800"/>
            <a:ext cx="3369863" cy="374394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buAutoNum type="arabicPeriod"/>
              <a:defRPr lang="en-US" dirty="0"/>
            </a:lvl6pPr>
            <a:lvl7pPr>
              <a:buAutoNum type="romanLcPeriod"/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03440-F3EA-48E6-B8F0-E8964D08C2A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58311C3C-C296-4B23-8529-7B5E85E25800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573ED-A8D1-44BE-89E8-BDC17846C04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22E9E-7F31-4169-926F-181B429842B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8136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602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1335">
          <p15:clr>
            <a:srgbClr val="547EBF"/>
          </p15:clr>
        </p15:guide>
        <p15:guide id="7" orient="horz" pos="1452">
          <p15:clr>
            <a:srgbClr val="547EBF"/>
          </p15:clr>
        </p15:guide>
        <p15:guide id="8" orient="horz" pos="3811">
          <p15:clr>
            <a:srgbClr val="547EBF"/>
          </p15:clr>
        </p15:guide>
        <p15:guide id="9" orient="horz" pos="3958">
          <p15:clr>
            <a:srgbClr val="547EBF"/>
          </p15:clr>
        </p15:guide>
        <p15:guide id="10" pos="243">
          <p15:clr>
            <a:srgbClr val="547EBF"/>
          </p15:clr>
        </p15:guide>
        <p15:guide id="11" pos="2366">
          <p15:clr>
            <a:srgbClr val="547EBF"/>
          </p15:clr>
        </p15:guide>
        <p15:guide id="12" pos="4724">
          <p15:clr>
            <a:srgbClr val="547EBF"/>
          </p15:clr>
        </p15:guide>
        <p15:guide id="13" pos="4960">
          <p15:clr>
            <a:srgbClr val="547EBF"/>
          </p15:clr>
        </p15:guide>
        <p15:guide id="14" pos="7083">
          <p15:clr>
            <a:srgbClr val="547EB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4 Contents &#10;with Intro" preserve="1">
  <p:cSld name="Title 4 Contents &#10;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500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7" name="Text Placeholder left">
            <a:extLst>
              <a:ext uri="{FF2B5EF4-FFF2-40B4-BE49-F238E27FC236}">
                <a16:creationId xmlns:a16="http://schemas.microsoft.com/office/drawing/2014/main" id="{5FA9E211-8E39-47DD-A16C-2F9499BC7F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1370012"/>
            <a:ext cx="2434237" cy="701675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>
                <a:solidFill>
                  <a:schemeClr val="accent1"/>
                </a:solidFill>
              </a:defRPr>
            </a:lvl1pPr>
            <a:lvl2pPr>
              <a:defRPr lang="en-US" sz="1200" dirty="0">
                <a:solidFill>
                  <a:schemeClr val="accent1"/>
                </a:solidFill>
              </a:defRPr>
            </a:lvl2pPr>
            <a:lvl3pPr>
              <a:defRPr lang="en-US" sz="1200" dirty="0">
                <a:solidFill>
                  <a:schemeClr val="accent1"/>
                </a:solidFill>
              </a:defRPr>
            </a:lvl3pPr>
            <a:lvl4pPr>
              <a:defRPr lang="en-US" sz="1000" dirty="0">
                <a:solidFill>
                  <a:schemeClr val="accent1"/>
                </a:solidFill>
              </a:defRPr>
            </a:lvl4pPr>
            <a:lvl5pPr>
              <a:defRPr lang="en-US" dirty="0">
                <a:solidFill>
                  <a:schemeClr val="accent1"/>
                </a:solidFill>
              </a:defRPr>
            </a:lvl5pPr>
            <a:lvl6pPr>
              <a:defRPr lang="en-US" sz="1200" dirty="0">
                <a:solidFill>
                  <a:schemeClr val="accent1"/>
                </a:solidFill>
              </a:defRPr>
            </a:lvl6pPr>
            <a:lvl7pPr>
              <a:defRPr lang="en-US" sz="1000" dirty="0">
                <a:solidFill>
                  <a:schemeClr val="accent1"/>
                </a:solidFill>
              </a:defRPr>
            </a:lvl7pPr>
            <a:lvl8pPr>
              <a:defRPr lang="en-US" dirty="0">
                <a:solidFill>
                  <a:schemeClr val="accent1"/>
                </a:solidFill>
              </a:defRPr>
            </a:lvl8pPr>
            <a:lvl9pPr>
              <a:defRPr lang="en-US" dirty="0">
                <a:solidFill>
                  <a:schemeClr val="accent1"/>
                </a:solidFill>
              </a:defRPr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</p:txBody>
      </p:sp>
      <p:sp>
        <p:nvSpPr>
          <p:cNvPr id="18" name="Text Placeholder center left">
            <a:extLst>
              <a:ext uri="{FF2B5EF4-FFF2-40B4-BE49-F238E27FC236}">
                <a16:creationId xmlns:a16="http://schemas.microsoft.com/office/drawing/2014/main" id="{2A19C958-E7D0-44A4-B38C-60844D9F66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4400" y="1369800"/>
            <a:ext cx="2432168" cy="7018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>
                <a:solidFill>
                  <a:schemeClr val="accent1"/>
                </a:solidFill>
              </a:defRPr>
            </a:lvl1pPr>
            <a:lvl2pPr>
              <a:defRPr lang="en-US" sz="1200" dirty="0">
                <a:solidFill>
                  <a:schemeClr val="accent1"/>
                </a:solidFill>
              </a:defRPr>
            </a:lvl2pPr>
            <a:lvl3pPr>
              <a:defRPr lang="en-US" sz="1200" dirty="0">
                <a:solidFill>
                  <a:schemeClr val="accent1"/>
                </a:solidFill>
              </a:defRPr>
            </a:lvl3pPr>
            <a:lvl4pPr>
              <a:defRPr lang="en-US" sz="1000" dirty="0">
                <a:solidFill>
                  <a:schemeClr val="accent1"/>
                </a:solidFill>
              </a:defRPr>
            </a:lvl4pPr>
            <a:lvl5pPr>
              <a:defRPr lang="en-US" dirty="0">
                <a:solidFill>
                  <a:schemeClr val="accent1"/>
                </a:solidFill>
              </a:defRPr>
            </a:lvl5pPr>
            <a:lvl6pPr>
              <a:defRPr lang="en-US" sz="1200" dirty="0">
                <a:solidFill>
                  <a:schemeClr val="accent1"/>
                </a:solidFill>
              </a:defRPr>
            </a:lvl6pPr>
            <a:lvl7pPr>
              <a:defRPr lang="en-US" sz="1000" dirty="0">
                <a:solidFill>
                  <a:schemeClr val="accent1"/>
                </a:solidFill>
              </a:defRPr>
            </a:lvl7pPr>
            <a:lvl8pPr>
              <a:defRPr lang="en-US" dirty="0">
                <a:solidFill>
                  <a:schemeClr val="accent1"/>
                </a:solidFill>
              </a:defRPr>
            </a:lvl8pPr>
            <a:lvl9pPr>
              <a:defRPr lang="en-US" dirty="0">
                <a:solidFill>
                  <a:schemeClr val="accent1"/>
                </a:solidFill>
              </a:defRPr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</p:txBody>
      </p:sp>
      <p:sp>
        <p:nvSpPr>
          <p:cNvPr id="19" name="Text Placeholder center right">
            <a:extLst>
              <a:ext uri="{FF2B5EF4-FFF2-40B4-BE49-F238E27FC236}">
                <a16:creationId xmlns:a16="http://schemas.microsoft.com/office/drawing/2014/main" id="{8E8876E3-76FC-4ACB-8045-9ACBD3AB98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2400" y="1370013"/>
            <a:ext cx="2432168" cy="701675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>
                <a:solidFill>
                  <a:schemeClr val="accent1"/>
                </a:solidFill>
              </a:defRPr>
            </a:lvl1pPr>
            <a:lvl2pPr>
              <a:defRPr lang="en-US" sz="1200" dirty="0">
                <a:solidFill>
                  <a:schemeClr val="accent1"/>
                </a:solidFill>
              </a:defRPr>
            </a:lvl2pPr>
            <a:lvl3pPr>
              <a:defRPr lang="en-US" sz="1200" dirty="0">
                <a:solidFill>
                  <a:schemeClr val="accent1"/>
                </a:solidFill>
              </a:defRPr>
            </a:lvl3pPr>
            <a:lvl4pPr>
              <a:defRPr lang="en-US" sz="1000" dirty="0">
                <a:solidFill>
                  <a:schemeClr val="accent1"/>
                </a:solidFill>
              </a:defRPr>
            </a:lvl4pPr>
            <a:lvl5pPr>
              <a:defRPr lang="en-US" dirty="0">
                <a:solidFill>
                  <a:schemeClr val="accent1"/>
                </a:solidFill>
              </a:defRPr>
            </a:lvl5pPr>
            <a:lvl6pPr>
              <a:defRPr lang="en-US" sz="1200" dirty="0">
                <a:solidFill>
                  <a:schemeClr val="accent1"/>
                </a:solidFill>
              </a:defRPr>
            </a:lvl6pPr>
            <a:lvl7pPr>
              <a:defRPr lang="en-US" sz="1000" dirty="0">
                <a:solidFill>
                  <a:schemeClr val="accent1"/>
                </a:solidFill>
              </a:defRPr>
            </a:lvl7pPr>
            <a:lvl8pPr>
              <a:defRPr lang="en-US" dirty="0">
                <a:solidFill>
                  <a:schemeClr val="accent1"/>
                </a:solidFill>
              </a:defRPr>
            </a:lvl8pPr>
            <a:lvl9pPr>
              <a:defRPr lang="en-US" dirty="0">
                <a:solidFill>
                  <a:schemeClr val="accent1"/>
                </a:solidFill>
              </a:defRPr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</p:txBody>
      </p:sp>
      <p:sp>
        <p:nvSpPr>
          <p:cNvPr id="20" name="Text Placeholder right">
            <a:extLst>
              <a:ext uri="{FF2B5EF4-FFF2-40B4-BE49-F238E27FC236}">
                <a16:creationId xmlns:a16="http://schemas.microsoft.com/office/drawing/2014/main" id="{725A00B6-43EB-4ECA-AF70-EB3B121F0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10208" y="1370013"/>
            <a:ext cx="2433792" cy="701675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>
                <a:solidFill>
                  <a:schemeClr val="accent1"/>
                </a:solidFill>
              </a:defRPr>
            </a:lvl1pPr>
            <a:lvl2pPr>
              <a:defRPr lang="en-US" sz="1200" dirty="0">
                <a:solidFill>
                  <a:schemeClr val="accent1"/>
                </a:solidFill>
              </a:defRPr>
            </a:lvl2pPr>
            <a:lvl3pPr>
              <a:defRPr lang="en-US" sz="1200" dirty="0">
                <a:solidFill>
                  <a:schemeClr val="accent1"/>
                </a:solidFill>
              </a:defRPr>
            </a:lvl3pPr>
            <a:lvl4pPr>
              <a:defRPr lang="en-US" sz="1000" dirty="0">
                <a:solidFill>
                  <a:schemeClr val="accent1"/>
                </a:solidFill>
              </a:defRPr>
            </a:lvl4pPr>
            <a:lvl5pPr>
              <a:defRPr lang="en-US" dirty="0">
                <a:solidFill>
                  <a:schemeClr val="accent1"/>
                </a:solidFill>
              </a:defRPr>
            </a:lvl5pPr>
            <a:lvl6pPr>
              <a:defRPr lang="en-US" sz="1200" dirty="0">
                <a:solidFill>
                  <a:schemeClr val="accent1"/>
                </a:solidFill>
              </a:defRPr>
            </a:lvl6pPr>
            <a:lvl7pPr>
              <a:defRPr lang="en-US" sz="1000" dirty="0">
                <a:solidFill>
                  <a:schemeClr val="accent1"/>
                </a:solidFill>
              </a:defRPr>
            </a:lvl7pPr>
            <a:lvl8pPr>
              <a:defRPr lang="en-US" dirty="0">
                <a:solidFill>
                  <a:schemeClr val="accent1"/>
                </a:solidFill>
              </a:defRPr>
            </a:lvl8pPr>
            <a:lvl9pPr>
              <a:defRPr lang="en-US" dirty="0">
                <a:solidFill>
                  <a:schemeClr val="accent1"/>
                </a:solidFill>
              </a:defRPr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</p:txBody>
      </p:sp>
      <p:sp>
        <p:nvSpPr>
          <p:cNvPr id="25" name="Content Placeholder left">
            <a:extLst>
              <a:ext uri="{FF2B5EF4-FFF2-40B4-BE49-F238E27FC236}">
                <a16:creationId xmlns:a16="http://schemas.microsoft.com/office/drawing/2014/main" id="{0BB2027E-987B-485D-89AA-87365F0151D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86400" y="2305050"/>
            <a:ext cx="2433000" cy="374491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26" name="Content Placeholder center left">
            <a:extLst>
              <a:ext uri="{FF2B5EF4-FFF2-40B4-BE49-F238E27FC236}">
                <a16:creationId xmlns:a16="http://schemas.microsoft.com/office/drawing/2014/main" id="{9E46103B-D425-4BC6-A1E6-5704302AEA0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194400" y="2305050"/>
            <a:ext cx="2433288" cy="374491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27" name="Content Placeholder center right">
            <a:extLst>
              <a:ext uri="{FF2B5EF4-FFF2-40B4-BE49-F238E27FC236}">
                <a16:creationId xmlns:a16="http://schemas.microsoft.com/office/drawing/2014/main" id="{4C5B107C-E832-4C51-99BD-DBFE27272F4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002399" y="2305050"/>
            <a:ext cx="2433575" cy="374491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/>
              <a:t>Click to Click to edit Master text styles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  <a:spcAft>
                <a:spcPts val="0"/>
              </a:spcAft>
            </a:pPr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/>
              <a:t>Sixth level</a:t>
            </a:r>
          </a:p>
          <a:p>
            <a: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28" name="Content Placeholder right">
            <a:extLst>
              <a:ext uri="{FF2B5EF4-FFF2-40B4-BE49-F238E27FC236}">
                <a16:creationId xmlns:a16="http://schemas.microsoft.com/office/drawing/2014/main" id="{546E20EC-644E-49F2-9E1F-9546C70449B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810399" y="2305050"/>
            <a:ext cx="2433863" cy="374491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EDFF9E-C967-40DC-8E03-0995A117EA7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AACF3B69-8127-4046-A791-57CE4AFBD3DC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72F79-D9B5-4D0A-B162-39508696979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17A76-FB91-4F47-B520-B627D55DBE2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3521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1305">
          <p15:clr>
            <a:srgbClr val="547EBF"/>
          </p15:clr>
        </p15:guide>
        <p15:guide id="7" orient="horz" pos="1452">
          <p15:clr>
            <a:srgbClr val="547EBF"/>
          </p15:clr>
        </p15:guide>
        <p15:guide id="8" orient="horz" pos="3811">
          <p15:clr>
            <a:srgbClr val="547EBF"/>
          </p15:clr>
        </p15:guide>
        <p15:guide id="9" orient="horz" pos="3958">
          <p15:clr>
            <a:srgbClr val="547EBF"/>
          </p15:clr>
        </p15:guide>
        <p15:guide id="10" pos="1776">
          <p15:clr>
            <a:srgbClr val="547EBF"/>
          </p15:clr>
        </p15:guide>
        <p15:guide id="11" pos="2012">
          <p15:clr>
            <a:srgbClr val="547EBF"/>
          </p15:clr>
        </p15:guide>
        <p15:guide id="12" pos="3545">
          <p15:clr>
            <a:srgbClr val="547EBF"/>
          </p15:clr>
        </p15:guide>
        <p15:guide id="13" pos="3781">
          <p15:clr>
            <a:srgbClr val="547EBF"/>
          </p15:clr>
        </p15:guide>
        <p15:guide id="14" pos="5314">
          <p15:clr>
            <a:srgbClr val="547EBF"/>
          </p15:clr>
        </p15:guide>
        <p15:guide id="15" pos="5550">
          <p15:clr>
            <a:srgbClr val="547EBF"/>
          </p15:clr>
        </p15:guide>
        <p15:guide id="16" pos="7083">
          <p15:clr>
            <a:srgbClr val="547EB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&#10;with Text" type="objOverTx" preserve="1">
  <p:cSld name="Title Content &#10;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237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21" name="Content Placeholder">
            <a:extLst>
              <a:ext uri="{FF2B5EF4-FFF2-40B4-BE49-F238E27FC236}">
                <a16:creationId xmlns:a16="http://schemas.microsoft.com/office/drawing/2014/main" id="{C6377AC0-D12A-439C-B048-7CE4C88186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86399" y="1369800"/>
            <a:ext cx="10857863" cy="30894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noProof="0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1A5B03E1-015A-4D18-B342-9CADF726D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6400" y="4645800"/>
            <a:ext cx="10858500" cy="140477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4FC1AD-118A-479F-B6D9-E94E29C8D3FE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64D15F24-6B43-40C0-92CA-B20BD4F41C61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64B1D0-72DB-448B-852E-084AA83DB1C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2BB846-FD72-404F-B0F8-B4CBB9109F3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2136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pos="7083">
          <p15:clr>
            <a:srgbClr val="547EBF"/>
          </p15:clr>
        </p15:guide>
        <p15:guide id="4" orient="horz" pos="509">
          <p15:clr>
            <a:srgbClr val="547EBF"/>
          </p15:clr>
        </p15:guide>
        <p15:guide id="5" orient="horz" pos="745">
          <p15:clr>
            <a:srgbClr val="547EBF"/>
          </p15:clr>
        </p15:guide>
        <p15:guide id="6" orient="horz" pos="863">
          <p15:clr>
            <a:srgbClr val="547EBF"/>
          </p15:clr>
        </p15:guide>
        <p15:guide id="7" orient="horz" pos="2809">
          <p15:clr>
            <a:srgbClr val="547EBF"/>
          </p15:clr>
        </p15:guide>
        <p15:guide id="8" orient="horz" pos="2926">
          <p15:clr>
            <a:srgbClr val="547EBF"/>
          </p15:clr>
        </p15:guide>
        <p15:guide id="9" orient="horz" pos="3811">
          <p15:clr>
            <a:srgbClr val="547EBF"/>
          </p15:clr>
        </p15:guide>
        <p15:guide id="10" orient="horz" pos="3958">
          <p15:clr>
            <a:srgbClr val="547EB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 Contents &#10;with Text" type="twoObjOverTx" preserve="1">
  <p:cSld name="Title 2 Contents &#10;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237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21" name="Content Placeholder left">
            <a:extLst>
              <a:ext uri="{FF2B5EF4-FFF2-40B4-BE49-F238E27FC236}">
                <a16:creationId xmlns:a16="http://schemas.microsoft.com/office/drawing/2014/main" id="{C6377AC0-D12A-439C-B048-7CE4C88186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86400" y="1370013"/>
            <a:ext cx="5241600" cy="30885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22" name="Content Placeholder right">
            <a:extLst>
              <a:ext uri="{FF2B5EF4-FFF2-40B4-BE49-F238E27FC236}">
                <a16:creationId xmlns:a16="http://schemas.microsoft.com/office/drawing/2014/main" id="{EC6E7A83-9797-4BE9-93CC-79CCAEF0A0E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02400" y="1370013"/>
            <a:ext cx="5241862" cy="30885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1" name="Text Placeholder left">
            <a:extLst>
              <a:ext uri="{FF2B5EF4-FFF2-40B4-BE49-F238E27FC236}">
                <a16:creationId xmlns:a16="http://schemas.microsoft.com/office/drawing/2014/main" id="{0CFC4BF5-DB1E-4713-9E98-00F92C026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4646010"/>
            <a:ext cx="5242237" cy="140400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2" name="Text Placeholder right">
            <a:extLst>
              <a:ext uri="{FF2B5EF4-FFF2-40B4-BE49-F238E27FC236}">
                <a16:creationId xmlns:a16="http://schemas.microsoft.com/office/drawing/2014/main" id="{2736EA48-A5FD-471F-8C50-CAC9BAAFCC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2400" y="4645800"/>
            <a:ext cx="5237781" cy="14040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FBE53-5DCA-4779-8AAF-DDEF8984ED0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CFE5F86F-552B-4977-B9DD-7E75D9D4FFE2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1EF74-A273-4D9F-BFB8-4F3A848D8DA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A29FB-8CE8-4CA8-BAAF-0562B530F84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9123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708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2809">
          <p15:clr>
            <a:srgbClr val="547EBF"/>
          </p15:clr>
        </p15:guide>
        <p15:guide id="7" orient="horz" pos="2926">
          <p15:clr>
            <a:srgbClr val="547EBF"/>
          </p15:clr>
        </p15:guide>
        <p15:guide id="8" orient="horz" pos="3811">
          <p15:clr>
            <a:srgbClr val="547EBF"/>
          </p15:clr>
        </p15:guide>
        <p15:guide id="9" orient="horz" pos="3958">
          <p15:clr>
            <a:srgbClr val="547EBF"/>
          </p15:clr>
        </p15:guide>
        <p15:guide id="10" pos="243">
          <p15:clr>
            <a:srgbClr val="547EBF"/>
          </p15:clr>
        </p15:guide>
        <p15:guide id="11" pos="3545">
          <p15:clr>
            <a:srgbClr val="547EBF"/>
          </p15:clr>
        </p15:guide>
        <p15:guide id="12" pos="3781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 Contents &#10;with Text" preserve="1">
  <p:cSld name="Title 3 Contents &#10;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237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21" name="Content Placeholder left">
            <a:extLst>
              <a:ext uri="{FF2B5EF4-FFF2-40B4-BE49-F238E27FC236}">
                <a16:creationId xmlns:a16="http://schemas.microsoft.com/office/drawing/2014/main" id="{C6377AC0-D12A-439C-B048-7CE4C88186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86400" y="1370013"/>
            <a:ext cx="3369600" cy="30885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22" name="Content Placeholder center">
            <a:extLst>
              <a:ext uri="{FF2B5EF4-FFF2-40B4-BE49-F238E27FC236}">
                <a16:creationId xmlns:a16="http://schemas.microsoft.com/office/drawing/2014/main" id="{EC6E7A83-9797-4BE9-93CC-79CCAEF0A0E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130400" y="1369800"/>
            <a:ext cx="3369600" cy="30885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23" name="Content Placeholder right">
            <a:extLst>
              <a:ext uri="{FF2B5EF4-FFF2-40B4-BE49-F238E27FC236}">
                <a16:creationId xmlns:a16="http://schemas.microsoft.com/office/drawing/2014/main" id="{050396BA-273E-425D-AD91-83515A9126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874399" y="1369800"/>
            <a:ext cx="3369863" cy="30885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noProof="0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2" name="Text Placeholder left">
            <a:extLst>
              <a:ext uri="{FF2B5EF4-FFF2-40B4-BE49-F238E27FC236}">
                <a16:creationId xmlns:a16="http://schemas.microsoft.com/office/drawing/2014/main" id="{A8886709-9610-483F-92CC-2A72A3FBEF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4645797"/>
            <a:ext cx="3370237" cy="140400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3" name="Text Placeholder center">
            <a:extLst>
              <a:ext uri="{FF2B5EF4-FFF2-40B4-BE49-F238E27FC236}">
                <a16:creationId xmlns:a16="http://schemas.microsoft.com/office/drawing/2014/main" id="{C5D6C4C1-1748-4F13-BF71-CB0B1D588B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0400" y="4645800"/>
            <a:ext cx="3367372" cy="140399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4" name="Text Placeholder right">
            <a:extLst>
              <a:ext uri="{FF2B5EF4-FFF2-40B4-BE49-F238E27FC236}">
                <a16:creationId xmlns:a16="http://schemas.microsoft.com/office/drawing/2014/main" id="{137B864B-E3EF-48FF-9B48-5900C6762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76628" y="4645800"/>
            <a:ext cx="3367372" cy="140399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E5C7900-745E-4006-AAFE-0C3258E3DCE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FE3B7811-8A70-4E0A-80E6-0BEFC6238E7B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2F9DF32-2956-4A1E-80B3-89A1D1BB0C3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0A82D22-5BA5-44CE-BE69-87DDF0144BE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8139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2809">
          <p15:clr>
            <a:srgbClr val="547EBF"/>
          </p15:clr>
        </p15:guide>
        <p15:guide id="7" orient="horz" pos="2926">
          <p15:clr>
            <a:srgbClr val="547EBF"/>
          </p15:clr>
        </p15:guide>
        <p15:guide id="8" orient="horz" pos="3811">
          <p15:clr>
            <a:srgbClr val="547EBF"/>
          </p15:clr>
        </p15:guide>
        <p15:guide id="9" orient="horz" pos="3958">
          <p15:clr>
            <a:srgbClr val="547EBF"/>
          </p15:clr>
        </p15:guide>
        <p15:guide id="10" pos="2366">
          <p15:clr>
            <a:srgbClr val="547EBF"/>
          </p15:clr>
        </p15:guide>
        <p15:guide id="11" pos="2602">
          <p15:clr>
            <a:srgbClr val="547EBF"/>
          </p15:clr>
        </p15:guide>
        <p15:guide id="12" pos="4724">
          <p15:clr>
            <a:srgbClr val="547EBF"/>
          </p15:clr>
        </p15:guide>
        <p15:guide id="13" pos="4960">
          <p15:clr>
            <a:srgbClr val="547EBF"/>
          </p15:clr>
        </p15:guide>
        <p15:guide id="14" pos="7083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4 Contents &#10;with Text" preserve="1">
  <p:cSld name="Title 4 Contents &#10;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237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21" name="Content Placeholder left">
            <a:extLst>
              <a:ext uri="{FF2B5EF4-FFF2-40B4-BE49-F238E27FC236}">
                <a16:creationId xmlns:a16="http://schemas.microsoft.com/office/drawing/2014/main" id="{C6377AC0-D12A-439C-B048-7CE4C88186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86400" y="1369801"/>
            <a:ext cx="2433600" cy="30888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22" name="Content Placeholder center left">
            <a:extLst>
              <a:ext uri="{FF2B5EF4-FFF2-40B4-BE49-F238E27FC236}">
                <a16:creationId xmlns:a16="http://schemas.microsoft.com/office/drawing/2014/main" id="{EC6E7A83-9797-4BE9-93CC-79CCAEF0A0E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194400" y="1369801"/>
            <a:ext cx="2433600" cy="30888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23" name="Content Placeholder center right">
            <a:extLst>
              <a:ext uri="{FF2B5EF4-FFF2-40B4-BE49-F238E27FC236}">
                <a16:creationId xmlns:a16="http://schemas.microsoft.com/office/drawing/2014/main" id="{050396BA-273E-425D-AD91-83515A9126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002400" y="1369801"/>
            <a:ext cx="2433600" cy="30888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24" name="Content Placeholder right">
            <a:extLst>
              <a:ext uri="{FF2B5EF4-FFF2-40B4-BE49-F238E27FC236}">
                <a16:creationId xmlns:a16="http://schemas.microsoft.com/office/drawing/2014/main" id="{9DCB9383-FF8B-4F58-9768-9723C97F0D9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810399" y="1369801"/>
            <a:ext cx="2433863" cy="30888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13" name="Text Placeholder left">
            <a:extLst>
              <a:ext uri="{FF2B5EF4-FFF2-40B4-BE49-F238E27FC236}">
                <a16:creationId xmlns:a16="http://schemas.microsoft.com/office/drawing/2014/main" id="{F3C161C3-640E-41D6-A44F-B3AC303481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763" y="4645797"/>
            <a:ext cx="2434237" cy="1403685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14" name="Text Placeholder center left">
            <a:extLst>
              <a:ext uri="{FF2B5EF4-FFF2-40B4-BE49-F238E27FC236}">
                <a16:creationId xmlns:a16="http://schemas.microsoft.com/office/drawing/2014/main" id="{BF155FED-E878-4F82-91CB-EEB6A0EAAC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4400" y="4645055"/>
            <a:ext cx="2432168" cy="1404745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15" name="Text Placeholder center right">
            <a:extLst>
              <a:ext uri="{FF2B5EF4-FFF2-40B4-BE49-F238E27FC236}">
                <a16:creationId xmlns:a16="http://schemas.microsoft.com/office/drawing/2014/main" id="{2D1F3CDA-96EB-4C1B-8688-55D69CCE43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2400" y="4645800"/>
            <a:ext cx="2432168" cy="140368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16" name="Text Placeholder right">
            <a:extLst>
              <a:ext uri="{FF2B5EF4-FFF2-40B4-BE49-F238E27FC236}">
                <a16:creationId xmlns:a16="http://schemas.microsoft.com/office/drawing/2014/main" id="{8857AEC9-5CA3-4A1E-B979-308C2CAC47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10208" y="4645800"/>
            <a:ext cx="2433792" cy="140368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0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000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Klikken om de tekststijl van het model te bewerken</a:t>
            </a:r>
          </a:p>
          <a:p>
            <a:pPr lvl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Tweede niveau</a:t>
            </a:r>
          </a:p>
          <a:p>
            <a:pPr lvl="2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Derde niveau</a:t>
            </a:r>
          </a:p>
          <a:p>
            <a:pPr lvl="3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Vierde niveau</a:t>
            </a:r>
          </a:p>
          <a:p>
            <a:pPr lvl="4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6A14B-7708-46D9-8826-69E1E642DEC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C37681E4-1BFC-43B2-8037-029FB590810D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E8C58-8CC0-4477-8D91-E7F3D11137D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8CE30-E3AA-4912-B632-62F474FEF02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8769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012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pos="243">
          <p15:clr>
            <a:srgbClr val="547EBF"/>
          </p15:clr>
        </p15:guide>
        <p15:guide id="4" pos="7083">
          <p15:clr>
            <a:srgbClr val="547EBF"/>
          </p15:clr>
        </p15:guide>
        <p15:guide id="5" pos="1776">
          <p15:clr>
            <a:srgbClr val="547EBF"/>
          </p15:clr>
        </p15:guide>
        <p15:guide id="6" pos="3545">
          <p15:clr>
            <a:srgbClr val="547EBF"/>
          </p15:clr>
        </p15:guide>
        <p15:guide id="7" pos="3781">
          <p15:clr>
            <a:srgbClr val="547EBF"/>
          </p15:clr>
        </p15:guide>
        <p15:guide id="8" pos="5314">
          <p15:clr>
            <a:srgbClr val="547EBF"/>
          </p15:clr>
        </p15:guide>
        <p15:guide id="9" pos="5550">
          <p15:clr>
            <a:srgbClr val="547EBF"/>
          </p15:clr>
        </p15:guide>
        <p15:guide id="10" orient="horz" pos="509">
          <p15:clr>
            <a:srgbClr val="547EBF"/>
          </p15:clr>
        </p15:guide>
        <p15:guide id="11" orient="horz" pos="745">
          <p15:clr>
            <a:srgbClr val="547EBF"/>
          </p15:clr>
        </p15:guide>
        <p15:guide id="12" orient="horz" pos="863">
          <p15:clr>
            <a:srgbClr val="547EBF"/>
          </p15:clr>
        </p15:guide>
        <p15:guide id="13" orient="horz" pos="2809">
          <p15:clr>
            <a:srgbClr val="547EBF"/>
          </p15:clr>
        </p15:guide>
        <p15:guide id="14" orient="horz" pos="2926">
          <p15:clr>
            <a:srgbClr val="547EBF"/>
          </p15:clr>
        </p15:guide>
        <p15:guide id="15" orient="horz" pos="3811">
          <p15:clr>
            <a:srgbClr val="547EBF"/>
          </p15:clr>
        </p15:guide>
        <p15:guide id="16" orient="horz" pos="3958">
          <p15:clr>
            <a:srgbClr val="547EB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ntents &#10;with Header right" type="twoObjAndTx" preserve="1">
  <p:cSld name="2 Contents &#10;with Hea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238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21" name="Content Placeholder left">
            <a:extLst>
              <a:ext uri="{FF2B5EF4-FFF2-40B4-BE49-F238E27FC236}">
                <a16:creationId xmlns:a16="http://schemas.microsoft.com/office/drawing/2014/main" id="{C6377AC0-D12A-439C-B048-7CE4C88186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86400" y="1370014"/>
            <a:ext cx="5241600" cy="467973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22" name="Content Placeholder right">
            <a:extLst>
              <a:ext uri="{FF2B5EF4-FFF2-40B4-BE49-F238E27FC236}">
                <a16:creationId xmlns:a16="http://schemas.microsoft.com/office/drawing/2014/main" id="{EC6E7A83-9797-4BE9-93CC-79CCAEF0A0E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02400" y="1838324"/>
            <a:ext cx="5241862" cy="421142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1" name="Text Placeholder right">
            <a:extLst>
              <a:ext uri="{FF2B5EF4-FFF2-40B4-BE49-F238E27FC236}">
                <a16:creationId xmlns:a16="http://schemas.microsoft.com/office/drawing/2014/main" id="{0CFC4BF5-DB1E-4713-9E98-00F92C026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01763" y="1370013"/>
            <a:ext cx="5242237" cy="280988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  <a:lvl2pPr>
              <a:defRPr baseline="0">
                <a:solidFill>
                  <a:schemeClr val="accent1"/>
                </a:solidFill>
              </a:defRPr>
            </a:lvl2pPr>
            <a:lvl3pPr>
              <a:defRPr baseline="0">
                <a:solidFill>
                  <a:schemeClr val="accent1"/>
                </a:solidFill>
              </a:defRPr>
            </a:lvl3pPr>
            <a:lvl4pPr>
              <a:defRPr baseline="0">
                <a:solidFill>
                  <a:schemeClr val="accent1"/>
                </a:solidFill>
              </a:defRPr>
            </a:lvl4pPr>
            <a:lvl5pPr>
              <a:defRPr baseline="0"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98ADD4-8AFF-4ACF-93DF-CFB1C5ACF223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E41893C4-02D9-4333-95BC-1DA31FA8CEFE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B576C-63CA-4CCA-9DD6-D688BE66DF8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AFDF3-2398-4828-B505-4DD86880574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126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708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3811">
          <p15:clr>
            <a:srgbClr val="547EBF"/>
          </p15:clr>
        </p15:guide>
        <p15:guide id="7" orient="horz" pos="3958">
          <p15:clr>
            <a:srgbClr val="547EBF"/>
          </p15:clr>
        </p15:guide>
        <p15:guide id="8" pos="243">
          <p15:clr>
            <a:srgbClr val="547EBF"/>
          </p15:clr>
        </p15:guide>
        <p15:guide id="9" pos="3545">
          <p15:clr>
            <a:srgbClr val="547EBF"/>
          </p15:clr>
        </p15:guide>
        <p15:guide id="10" pos="3781">
          <p15:clr>
            <a:srgbClr val="547EB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ntents &#10;with Intro right" type="txAndTwoObj" preserve="1">
  <p:cSld name="2 Contents &#10;with Intr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237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21" name="Content Placeholder left">
            <a:extLst>
              <a:ext uri="{FF2B5EF4-FFF2-40B4-BE49-F238E27FC236}">
                <a16:creationId xmlns:a16="http://schemas.microsoft.com/office/drawing/2014/main" id="{C6377AC0-D12A-439C-B048-7CE4C88186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86400" y="1370014"/>
            <a:ext cx="5241600" cy="467973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22" name="Content Placeholder right">
            <a:extLst>
              <a:ext uri="{FF2B5EF4-FFF2-40B4-BE49-F238E27FC236}">
                <a16:creationId xmlns:a16="http://schemas.microsoft.com/office/drawing/2014/main" id="{EC6E7A83-9797-4BE9-93CC-79CCAEF0A0E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02400" y="2305800"/>
            <a:ext cx="5241862" cy="3743949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1" name="Text Placeholder right">
            <a:extLst>
              <a:ext uri="{FF2B5EF4-FFF2-40B4-BE49-F238E27FC236}">
                <a16:creationId xmlns:a16="http://schemas.microsoft.com/office/drawing/2014/main" id="{0CFC4BF5-DB1E-4713-9E98-00F92C026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01763" y="1370012"/>
            <a:ext cx="5242237" cy="748803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  <a:lvl2pPr>
              <a:defRPr baseline="0">
                <a:solidFill>
                  <a:schemeClr val="accent1"/>
                </a:solidFill>
              </a:defRPr>
            </a:lvl2pPr>
            <a:lvl3pPr>
              <a:defRPr baseline="0">
                <a:solidFill>
                  <a:schemeClr val="accent1"/>
                </a:solidFill>
              </a:defRPr>
            </a:lvl3pPr>
            <a:lvl4pPr>
              <a:defRPr baseline="0">
                <a:solidFill>
                  <a:schemeClr val="accent1"/>
                </a:solidFill>
              </a:defRPr>
            </a:lvl4pPr>
            <a:lvl5pPr>
              <a:defRPr baseline="0"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FEF96-3E0F-4E0F-AFE2-A69102B82C90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F2AFF231-6E5F-4F60-AA37-7DE0ACD786C2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8DFA4-1119-44B7-BD42-A233F866843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B2CF4-935D-40C6-B1CF-F181FED349E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5069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781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3811">
          <p15:clr>
            <a:srgbClr val="547EBF"/>
          </p15:clr>
        </p15:guide>
        <p15:guide id="7" orient="horz" pos="3958">
          <p15:clr>
            <a:srgbClr val="547EBF"/>
          </p15:clr>
        </p15:guide>
        <p15:guide id="8" pos="3545">
          <p15:clr>
            <a:srgbClr val="547EBF"/>
          </p15:clr>
        </p15:guide>
        <p15:guide id="9" pos="243">
          <p15:clr>
            <a:srgbClr val="547EBF"/>
          </p15:clr>
        </p15:guide>
        <p15:guide id="10" pos="7083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ntents &#10;with Text right" type="mediaAndTx" preserve="1">
  <p:cSld name="2 Contents &#10;with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237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21" name="Content Placeholder left">
            <a:extLst>
              <a:ext uri="{FF2B5EF4-FFF2-40B4-BE49-F238E27FC236}">
                <a16:creationId xmlns:a16="http://schemas.microsoft.com/office/drawing/2014/main" id="{C6377AC0-D12A-439C-B048-7CE4C88186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86400" y="1370014"/>
            <a:ext cx="5241600" cy="467973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noProof="0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2" name="Content Placeholder right">
            <a:extLst>
              <a:ext uri="{FF2B5EF4-FFF2-40B4-BE49-F238E27FC236}">
                <a16:creationId xmlns:a16="http://schemas.microsoft.com/office/drawing/2014/main" id="{EC6E7A83-9797-4BE9-93CC-79CCAEF0A0E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02400" y="1369801"/>
            <a:ext cx="5241862" cy="308880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1" name="Text Placeholder right">
            <a:extLst>
              <a:ext uri="{FF2B5EF4-FFF2-40B4-BE49-F238E27FC236}">
                <a16:creationId xmlns:a16="http://schemas.microsoft.com/office/drawing/2014/main" id="{0CFC4BF5-DB1E-4713-9E98-00F92C026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01763" y="4645611"/>
            <a:ext cx="5242237" cy="1404351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 marL="519750" indent="-285750">
              <a:buNone/>
              <a:defRPr lang="en-US" sz="160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2E3762-0CF3-461E-BD9F-A326B5F02B1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7106D8F7-02B1-4160-83C7-46939707B81B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8D85ED-676A-4FEA-9EA2-2C71D76D709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EE438-0DDB-4A6A-921F-7BE670E39DC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6393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73">
          <p15:clr>
            <a:srgbClr val="547EBF"/>
          </p15:clr>
        </p15:guide>
        <p15:guide id="2" pos="243">
          <p15:clr>
            <a:srgbClr val="547EBF"/>
          </p15:clr>
        </p15:guide>
        <p15:guide id="3" pos="3545">
          <p15:clr>
            <a:srgbClr val="547EBF"/>
          </p15:clr>
        </p15:guide>
        <p15:guide id="4" pos="3781">
          <p15:clr>
            <a:srgbClr val="547EBF"/>
          </p15:clr>
        </p15:guide>
        <p15:guide id="5" pos="7083">
          <p15:clr>
            <a:srgbClr val="547EBF"/>
          </p15:clr>
        </p15:guide>
        <p15:guide id="6" orient="horz" pos="509">
          <p15:clr>
            <a:srgbClr val="547EBF"/>
          </p15:clr>
        </p15:guide>
        <p15:guide id="7" orient="horz" pos="745">
          <p15:clr>
            <a:srgbClr val="547EBF"/>
          </p15:clr>
        </p15:guide>
        <p15:guide id="8" orient="horz" pos="863">
          <p15:clr>
            <a:srgbClr val="547EBF"/>
          </p15:clr>
        </p15:guide>
        <p15:guide id="9" orient="horz" pos="3811">
          <p15:clr>
            <a:srgbClr val="547EBF"/>
          </p15:clr>
        </p15:guide>
        <p15:guide id="10" orient="horz" pos="3958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ntents &#10;with Text left" type="txAndMedia" preserve="1">
  <p:cSld name="2 Contents &#10;with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237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21" name="Content Placeholder right">
            <a:extLst>
              <a:ext uri="{FF2B5EF4-FFF2-40B4-BE49-F238E27FC236}">
                <a16:creationId xmlns:a16="http://schemas.microsoft.com/office/drawing/2014/main" id="{C6377AC0-D12A-439C-B048-7CE4C881860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02400" y="1369800"/>
            <a:ext cx="5241600" cy="467973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  <a:lvl6pPr>
              <a:buAutoNum type="arabicPeriod"/>
              <a:defRPr/>
            </a:lvl6pPr>
            <a:lvl7pPr>
              <a:buAutoNum type="romanLcPeriod"/>
              <a:defRPr/>
            </a:lvl7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22" name="Content Placeholder left">
            <a:extLst>
              <a:ext uri="{FF2B5EF4-FFF2-40B4-BE49-F238E27FC236}">
                <a16:creationId xmlns:a16="http://schemas.microsoft.com/office/drawing/2014/main" id="{EC6E7A83-9797-4BE9-93CC-79CCAEF0A0E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87037" y="1369801"/>
            <a:ext cx="5241862" cy="308880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noProof="0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1" name="Text Placeholder left">
            <a:extLst>
              <a:ext uri="{FF2B5EF4-FFF2-40B4-BE49-F238E27FC236}">
                <a16:creationId xmlns:a16="http://schemas.microsoft.com/office/drawing/2014/main" id="{0CFC4BF5-DB1E-4713-9E98-00F92C026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6400" y="4645611"/>
            <a:ext cx="5242237" cy="1404351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accent1"/>
                </a:solidFill>
              </a:defRPr>
            </a:lvl1pPr>
            <a:lvl2pPr>
              <a:defRPr lang="en-US" dirty="0">
                <a:solidFill>
                  <a:schemeClr val="accent1"/>
                </a:solidFill>
              </a:defRPr>
            </a:lvl2pPr>
            <a:lvl3pPr>
              <a:defRPr lang="en-US" dirty="0">
                <a:solidFill>
                  <a:schemeClr val="accent1"/>
                </a:solidFill>
              </a:defRPr>
            </a:lvl3pPr>
            <a:lvl4pPr>
              <a:defRPr lang="en-US" dirty="0">
                <a:solidFill>
                  <a:schemeClr val="accent1"/>
                </a:solidFill>
              </a:defRPr>
            </a:lvl4pPr>
            <a:lvl5pPr>
              <a:defRPr lang="en-US" dirty="0">
                <a:solidFill>
                  <a:schemeClr val="accent1"/>
                </a:solidFill>
              </a:defRPr>
            </a:lvl5pPr>
            <a:lvl6pPr>
              <a:buAutoNum type="arabicPeriod"/>
              <a:defRPr lang="en-US" dirty="0">
                <a:solidFill>
                  <a:schemeClr val="accent1"/>
                </a:solidFill>
              </a:defRPr>
            </a:lvl6pPr>
            <a:lvl7pPr>
              <a:buAutoNum type="romanLcPeriod"/>
              <a:defRPr lang="en-US" dirty="0">
                <a:solidFill>
                  <a:schemeClr val="accent1"/>
                </a:solidFill>
              </a:defRPr>
            </a:lvl7pPr>
            <a:lvl8pPr>
              <a:defRPr lang="en-US" dirty="0">
                <a:solidFill>
                  <a:schemeClr val="accent1"/>
                </a:solidFill>
              </a:defRPr>
            </a:lvl8pPr>
            <a:lvl9pPr>
              <a:defRPr lang="en-US" dirty="0"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FD0E28-6962-45CE-B41C-F26C7DD3067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AE90AF89-4D3A-4473-BDD4-EB66E7355146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6ED946-A89F-4642-A6D1-5B220E00CC0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E1D2E-928D-46A5-A4D0-3B092CC58C3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9434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545">
          <p15:clr>
            <a:srgbClr val="547EBF"/>
          </p15:clr>
        </p15:guide>
        <p15:guide id="2" orient="horz" pos="3811">
          <p15:clr>
            <a:srgbClr val="547EBF"/>
          </p15:clr>
        </p15:guide>
        <p15:guide id="3" pos="3781">
          <p15:clr>
            <a:srgbClr val="547EBF"/>
          </p15:clr>
        </p15:guide>
        <p15:guide id="4" pos="243">
          <p15:clr>
            <a:srgbClr val="547EBF"/>
          </p15:clr>
        </p15:guide>
        <p15:guide id="5" pos="7083">
          <p15:clr>
            <a:srgbClr val="547EBF"/>
          </p15:clr>
        </p15:guide>
        <p15:guide id="6" orient="horz" pos="273">
          <p15:clr>
            <a:srgbClr val="547EBF"/>
          </p15:clr>
        </p15:guide>
        <p15:guide id="7" orient="horz" pos="509">
          <p15:clr>
            <a:srgbClr val="547EBF"/>
          </p15:clr>
        </p15:guide>
        <p15:guide id="8" orient="horz" pos="745">
          <p15:clr>
            <a:srgbClr val="547EBF"/>
          </p15:clr>
        </p15:guide>
        <p15:guide id="9" orient="horz" pos="863">
          <p15:clr>
            <a:srgbClr val="547EBF"/>
          </p15:clr>
        </p15:guide>
        <p15:guide id="10" orient="horz" pos="3958">
          <p15:clr>
            <a:srgbClr val="547EBF"/>
          </p15:clr>
        </p15:guide>
        <p15:guide id="11" orient="horz" pos="2809">
          <p15:clr>
            <a:srgbClr val="547EBF"/>
          </p15:clr>
        </p15:guide>
        <p15:guide id="12" orient="horz" pos="2926">
          <p15:clr>
            <a:srgbClr val="547EB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9DD0FF-5B45-4FAF-B968-1B55041A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F633BB3-6A8A-4BE4-8C1D-551FAE06F8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5763" y="808038"/>
            <a:ext cx="10858237" cy="374650"/>
          </a:xfrm>
        </p:spPr>
        <p:txBody>
          <a:bodyPr vert="horz" lIns="0" tIns="3600" rIns="0" bIns="0" rtlCol="0">
            <a:noAutofit/>
          </a:bodyPr>
          <a:lstStyle>
            <a:lvl1pPr>
              <a:defRPr 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1B13F-62D2-42B8-A68D-203BB59F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45DC443F-D5F0-4B85-B2C1-3A4667FC9D7A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09442-E2B8-4A8B-AA29-571D780EA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551B03-B8BB-45BD-8DD9-CBBFCA63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3360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3811">
          <p15:clr>
            <a:srgbClr val="547EBF"/>
          </p15:clr>
        </p15:guide>
        <p15:guide id="7" orient="horz" pos="3958">
          <p15:clr>
            <a:srgbClr val="547EBF"/>
          </p15:clr>
        </p15:guide>
        <p15:guide id="8" pos="243">
          <p15:clr>
            <a:srgbClr val="547EBF"/>
          </p15:clr>
        </p15:guide>
        <p15:guide id="9" pos="7083">
          <p15:clr>
            <a:srgbClr val="547EB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6804C-5EB1-4AB4-807F-4F619564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724BFB57-36D4-4F2E-ADB1-F2B6DE0714C7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8B026-5796-452E-9BB7-1A7F9A82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7DA69B-C02D-4615-B1EC-D5BA88E01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2562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">
          <p15:clr>
            <a:srgbClr val="547EBF"/>
          </p15:clr>
        </p15:guide>
        <p15:guide id="2" orient="horz" pos="273">
          <p15:clr>
            <a:srgbClr val="547EBF"/>
          </p15:clr>
        </p15:guide>
        <p15:guide id="3" orient="horz" pos="509">
          <p15:clr>
            <a:srgbClr val="547EBF"/>
          </p15:clr>
        </p15:guide>
        <p15:guide id="4" orient="horz" pos="745">
          <p15:clr>
            <a:srgbClr val="547EBF"/>
          </p15:clr>
        </p15:guide>
        <p15:guide id="5" orient="horz" pos="863">
          <p15:clr>
            <a:srgbClr val="547EBF"/>
          </p15:clr>
        </p15:guide>
        <p15:guide id="6" orient="horz" pos="3811">
          <p15:clr>
            <a:srgbClr val="547EBF"/>
          </p15:clr>
        </p15:guide>
        <p15:guide id="7" orient="horz" pos="3958">
          <p15:clr>
            <a:srgbClr val="547EBF"/>
          </p15:clr>
        </p15:guide>
        <p15:guide id="8" pos="7083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 &#10;client logo" preserve="1" userDrawn="1">
  <p:cSld name="End slide &#10;client logo">
    <p:bg>
      <p:bgPr>
        <a:gradFill>
          <a:gsLst>
            <a:gs pos="99000">
              <a:srgbClr val="00A3E0"/>
            </a:gs>
            <a:gs pos="1000">
              <a:srgbClr val="10069F"/>
            </a:gs>
          </a:gsLst>
          <a:lin ang="90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Hide background Logo">
            <a:extLst>
              <a:ext uri="{FF2B5EF4-FFF2-40B4-BE49-F238E27FC236}">
                <a16:creationId xmlns:a16="http://schemas.microsoft.com/office/drawing/2014/main" id="{0BBDE0D9-3500-40C6-BF15-2E5F5937AA29}"/>
              </a:ext>
            </a:extLst>
          </p:cNvPr>
          <p:cNvSpPr/>
          <p:nvPr userDrawn="1"/>
        </p:nvSpPr>
        <p:spPr>
          <a:xfrm>
            <a:off x="339600" y="6471000"/>
            <a:ext cx="748800" cy="280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id Decoration">
            <a:extLst>
              <a:ext uri="{FF2B5EF4-FFF2-40B4-BE49-F238E27FC236}">
                <a16:creationId xmlns:a16="http://schemas.microsoft.com/office/drawing/2014/main" id="{8F70B469-5ED5-4570-8D58-BA071F46B914}"/>
              </a:ext>
            </a:extLst>
          </p:cNvPr>
          <p:cNvGrpSpPr/>
          <p:nvPr/>
        </p:nvGrpSpPr>
        <p:grpSpPr bwMode="ltGray">
          <a:xfrm flipH="1">
            <a:off x="0" y="0"/>
            <a:ext cx="12192000" cy="6858000"/>
            <a:chOff x="1200" y="-446400"/>
            <a:chExt cx="12192000" cy="6858000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60ADC78-9949-4FBB-A175-E501ED9162FB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9186000" y="-44640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BB44016-66B0-4E2E-BCED-C9CE40DE18C8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9934800" y="-44640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B955A00-9F62-4DD8-A095-D8BF428B101C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10683600" y="-44640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F2CC4B7-89C1-4B8A-BC0D-231CC2EA6BDF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11432400" y="-446400"/>
              <a:ext cx="0" cy="685800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51C1756-0D22-4BF0-97A1-FBE27C9E8B5B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7688400" y="455400"/>
              <a:ext cx="45048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DBE7224-2A0D-4F58-A43F-748C3E4ECD0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7688400" y="1391400"/>
              <a:ext cx="45048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EDC6495-C889-47B6-9B12-993370440A89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3944400" y="2326960"/>
              <a:ext cx="0" cy="408464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246DF58-B7B0-456A-9F6A-B6A271823058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8437200" y="-445960"/>
              <a:ext cx="0" cy="277336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40FD560-CBED-401C-9A39-15B1E50E0BA3}"/>
                </a:ext>
              </a:extLst>
            </p:cNvPr>
            <p:cNvCxnSpPr>
              <a:cxnSpLocks/>
            </p:cNvCxnSpPr>
            <p:nvPr userDrawn="1"/>
          </p:nvCxnSpPr>
          <p:spPr bwMode="ltGray">
            <a:xfrm flipH="1">
              <a:off x="7688400" y="-445520"/>
              <a:ext cx="0" cy="685712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03795F4-52D0-485C-8912-D428ADACEAF7}"/>
                </a:ext>
              </a:extLst>
            </p:cNvPr>
            <p:cNvCxnSpPr>
              <a:cxnSpLocks/>
            </p:cNvCxnSpPr>
            <p:nvPr userDrawn="1"/>
          </p:nvCxnSpPr>
          <p:spPr bwMode="ltGray">
            <a:xfrm>
              <a:off x="1200" y="2327400"/>
              <a:ext cx="12192000" cy="0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69DD162C-D02B-4608-B9D0-D160456CEF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5837" y="3007799"/>
            <a:ext cx="3006563" cy="3042163"/>
          </a:xfrm>
        </p:spPr>
        <p:txBody>
          <a:bodyPr/>
          <a:lstStyle>
            <a:lvl1pPr>
              <a:defRPr sz="5400" b="1" baseline="0">
                <a:solidFill>
                  <a:schemeClr val="bg1"/>
                </a:solidFill>
              </a:defRPr>
            </a:lvl1pPr>
            <a:lvl2pPr>
              <a:defRPr sz="5400" baseline="0">
                <a:solidFill>
                  <a:schemeClr val="bg1"/>
                </a:solidFill>
              </a:defRPr>
            </a:lvl2pPr>
            <a:lvl3pPr>
              <a:defRPr sz="5400" baseline="0">
                <a:solidFill>
                  <a:schemeClr val="bg1"/>
                </a:solidFill>
              </a:defRPr>
            </a:lvl3pPr>
            <a:lvl4pPr>
              <a:defRPr sz="5400" baseline="0">
                <a:solidFill>
                  <a:schemeClr val="bg1"/>
                </a:solidFill>
              </a:defRPr>
            </a:lvl4pPr>
            <a:lvl5pPr>
              <a:defRPr sz="5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Thanks</a:t>
            </a:r>
          </a:p>
          <a:p>
            <a:pPr lvl="1"/>
            <a:endParaRPr lang="en-US"/>
          </a:p>
        </p:txBody>
      </p:sp>
      <p:grpSp>
        <p:nvGrpSpPr>
          <p:cNvPr id="72" name="Graphic 4907">
            <a:extLst>
              <a:ext uri="{FF2B5EF4-FFF2-40B4-BE49-F238E27FC236}">
                <a16:creationId xmlns:a16="http://schemas.microsoft.com/office/drawing/2014/main" id="{0D7CC600-8815-435E-BCE9-8962E8FE163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black">
          <a:xfrm>
            <a:off x="8711708" y="3175577"/>
            <a:ext cx="332692" cy="465562"/>
            <a:chOff x="24624313" y="3946220"/>
            <a:chExt cx="1065476" cy="1490999"/>
          </a:xfrm>
          <a:solidFill>
            <a:srgbClr val="FFFFFF"/>
          </a:solidFill>
        </p:grpSpPr>
        <p:sp>
          <p:nvSpPr>
            <p:cNvPr id="73" name="Vrije vorm: vorm 4910">
              <a:extLst>
                <a:ext uri="{FF2B5EF4-FFF2-40B4-BE49-F238E27FC236}">
                  <a16:creationId xmlns:a16="http://schemas.microsoft.com/office/drawing/2014/main" id="{4667D4C7-677C-4A3A-B4D1-47086372E6E5}"/>
                </a:ext>
              </a:extLst>
            </p:cNvPr>
            <p:cNvSpPr/>
            <p:nvPr/>
          </p:nvSpPr>
          <p:spPr bwMode="black">
            <a:xfrm>
              <a:off x="24624313" y="3946220"/>
              <a:ext cx="1065476" cy="1490999"/>
            </a:xfrm>
            <a:custGeom>
              <a:avLst/>
              <a:gdLst>
                <a:gd name="connsiteX0" fmla="*/ 967708 w 1065476"/>
                <a:gd name="connsiteY0" fmla="*/ 192139 h 1490999"/>
                <a:gd name="connsiteX1" fmla="*/ 533474 w 1065476"/>
                <a:gd name="connsiteY1" fmla="*/ 0 h 1490999"/>
                <a:gd name="connsiteX2" fmla="*/ 99239 w 1065476"/>
                <a:gd name="connsiteY2" fmla="*/ 192139 h 1490999"/>
                <a:gd name="connsiteX3" fmla="*/ 7012 w 1065476"/>
                <a:gd name="connsiteY3" fmla="*/ 534147 h 1490999"/>
                <a:gd name="connsiteX4" fmla="*/ 506574 w 1065476"/>
                <a:gd name="connsiteY4" fmla="*/ 1452571 h 1490999"/>
                <a:gd name="connsiteX5" fmla="*/ 533474 w 1065476"/>
                <a:gd name="connsiteY5" fmla="*/ 1490999 h 1490999"/>
                <a:gd name="connsiteX6" fmla="*/ 560373 w 1065476"/>
                <a:gd name="connsiteY6" fmla="*/ 1452571 h 1490999"/>
                <a:gd name="connsiteX7" fmla="*/ 1059934 w 1065476"/>
                <a:gd name="connsiteY7" fmla="*/ 534147 h 1490999"/>
                <a:gd name="connsiteX8" fmla="*/ 967708 w 1065476"/>
                <a:gd name="connsiteY8" fmla="*/ 192139 h 1490999"/>
                <a:gd name="connsiteX9" fmla="*/ 994608 w 1065476"/>
                <a:gd name="connsiteY9" fmla="*/ 522618 h 1490999"/>
                <a:gd name="connsiteX10" fmla="*/ 529631 w 1065476"/>
                <a:gd name="connsiteY10" fmla="*/ 1379559 h 1490999"/>
                <a:gd name="connsiteX11" fmla="*/ 68497 w 1065476"/>
                <a:gd name="connsiteY11" fmla="*/ 522618 h 1490999"/>
                <a:gd name="connsiteX12" fmla="*/ 145353 w 1065476"/>
                <a:gd name="connsiteY12" fmla="*/ 230567 h 1490999"/>
                <a:gd name="connsiteX13" fmla="*/ 529631 w 1065476"/>
                <a:gd name="connsiteY13" fmla="*/ 57642 h 1490999"/>
                <a:gd name="connsiteX14" fmla="*/ 913909 w 1065476"/>
                <a:gd name="connsiteY14" fmla="*/ 230567 h 1490999"/>
                <a:gd name="connsiteX15" fmla="*/ 994608 w 1065476"/>
                <a:gd name="connsiteY15" fmla="*/ 522618 h 149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65476" h="1490999">
                  <a:moveTo>
                    <a:pt x="967708" y="192139"/>
                  </a:moveTo>
                  <a:cubicBezTo>
                    <a:pt x="867795" y="73013"/>
                    <a:pt x="702556" y="0"/>
                    <a:pt x="533474" y="0"/>
                  </a:cubicBezTo>
                  <a:cubicBezTo>
                    <a:pt x="364390" y="0"/>
                    <a:pt x="199151" y="73013"/>
                    <a:pt x="99239" y="192139"/>
                  </a:cubicBezTo>
                  <a:cubicBezTo>
                    <a:pt x="18540" y="292051"/>
                    <a:pt x="-16045" y="411178"/>
                    <a:pt x="7012" y="534147"/>
                  </a:cubicBezTo>
                  <a:cubicBezTo>
                    <a:pt x="49283" y="757028"/>
                    <a:pt x="487360" y="1425672"/>
                    <a:pt x="506574" y="1452571"/>
                  </a:cubicBezTo>
                  <a:lnTo>
                    <a:pt x="533474" y="1490999"/>
                  </a:lnTo>
                  <a:lnTo>
                    <a:pt x="560373" y="1452571"/>
                  </a:lnTo>
                  <a:cubicBezTo>
                    <a:pt x="579586" y="1421829"/>
                    <a:pt x="1021506" y="745500"/>
                    <a:pt x="1059934" y="534147"/>
                  </a:cubicBezTo>
                  <a:cubicBezTo>
                    <a:pt x="1079148" y="407335"/>
                    <a:pt x="1048406" y="288209"/>
                    <a:pt x="967708" y="192139"/>
                  </a:cubicBezTo>
                  <a:moveTo>
                    <a:pt x="994608" y="522618"/>
                  </a:moveTo>
                  <a:cubicBezTo>
                    <a:pt x="963865" y="691701"/>
                    <a:pt x="629543" y="1225847"/>
                    <a:pt x="529631" y="1379559"/>
                  </a:cubicBezTo>
                  <a:cubicBezTo>
                    <a:pt x="433561" y="1229690"/>
                    <a:pt x="99239" y="703229"/>
                    <a:pt x="68497" y="522618"/>
                  </a:cubicBezTo>
                  <a:cubicBezTo>
                    <a:pt x="45440" y="388121"/>
                    <a:pt x="95396" y="288209"/>
                    <a:pt x="145353" y="230567"/>
                  </a:cubicBezTo>
                  <a:cubicBezTo>
                    <a:pt x="233736" y="126812"/>
                    <a:pt x="379763" y="57642"/>
                    <a:pt x="529631" y="57642"/>
                  </a:cubicBezTo>
                  <a:cubicBezTo>
                    <a:pt x="679499" y="57642"/>
                    <a:pt x="825524" y="122969"/>
                    <a:pt x="913909" y="230567"/>
                  </a:cubicBezTo>
                  <a:cubicBezTo>
                    <a:pt x="967708" y="288209"/>
                    <a:pt x="1021506" y="388121"/>
                    <a:pt x="994608" y="522618"/>
                  </a:cubicBezTo>
                </a:path>
              </a:pathLst>
            </a:custGeom>
            <a:solidFill>
              <a:srgbClr val="FFFFFF"/>
            </a:solidFill>
            <a:ln w="384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baseline="0">
                <a:solidFill>
                  <a:schemeClr val="bg1"/>
                </a:solidFill>
              </a:endParaRPr>
            </a:p>
          </p:txBody>
        </p:sp>
        <p:sp>
          <p:nvSpPr>
            <p:cNvPr id="74" name="Vrije vorm: vorm 4911">
              <a:extLst>
                <a:ext uri="{FF2B5EF4-FFF2-40B4-BE49-F238E27FC236}">
                  <a16:creationId xmlns:a16="http://schemas.microsoft.com/office/drawing/2014/main" id="{C2ECB4BC-FB15-4050-BA3E-C622768A7418}"/>
                </a:ext>
              </a:extLst>
            </p:cNvPr>
            <p:cNvSpPr/>
            <p:nvPr/>
          </p:nvSpPr>
          <p:spPr bwMode="black">
            <a:xfrm>
              <a:off x="24877263" y="4161416"/>
              <a:ext cx="561046" cy="561046"/>
            </a:xfrm>
            <a:custGeom>
              <a:avLst/>
              <a:gdLst>
                <a:gd name="connsiteX0" fmla="*/ 280524 w 561046"/>
                <a:gd name="connsiteY0" fmla="*/ 0 h 561046"/>
                <a:gd name="connsiteX1" fmla="*/ 0 w 561046"/>
                <a:gd name="connsiteY1" fmla="*/ 280523 h 561046"/>
                <a:gd name="connsiteX2" fmla="*/ 280524 w 561046"/>
                <a:gd name="connsiteY2" fmla="*/ 561046 h 561046"/>
                <a:gd name="connsiteX3" fmla="*/ 280524 w 561046"/>
                <a:gd name="connsiteY3" fmla="*/ 499562 h 561046"/>
                <a:gd name="connsiteX4" fmla="*/ 61485 w 561046"/>
                <a:gd name="connsiteY4" fmla="*/ 280523 h 561046"/>
                <a:gd name="connsiteX5" fmla="*/ 280524 w 561046"/>
                <a:gd name="connsiteY5" fmla="*/ 61484 h 561046"/>
                <a:gd name="connsiteX6" fmla="*/ 499562 w 561046"/>
                <a:gd name="connsiteY6" fmla="*/ 280523 h 561046"/>
                <a:gd name="connsiteX7" fmla="*/ 561046 w 561046"/>
                <a:gd name="connsiteY7" fmla="*/ 280523 h 561046"/>
                <a:gd name="connsiteX8" fmla="*/ 280524 w 561046"/>
                <a:gd name="connsiteY8" fmla="*/ 0 h 56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046" h="561046">
                  <a:moveTo>
                    <a:pt x="280524" y="0"/>
                  </a:moveTo>
                  <a:cubicBezTo>
                    <a:pt x="122969" y="0"/>
                    <a:pt x="0" y="122969"/>
                    <a:pt x="0" y="280523"/>
                  </a:cubicBezTo>
                  <a:cubicBezTo>
                    <a:pt x="0" y="438077"/>
                    <a:pt x="122969" y="561046"/>
                    <a:pt x="280524" y="561046"/>
                  </a:cubicBezTo>
                  <a:lnTo>
                    <a:pt x="280524" y="499562"/>
                  </a:lnTo>
                  <a:cubicBezTo>
                    <a:pt x="157554" y="499562"/>
                    <a:pt x="61485" y="403492"/>
                    <a:pt x="61485" y="280523"/>
                  </a:cubicBezTo>
                  <a:cubicBezTo>
                    <a:pt x="61485" y="157554"/>
                    <a:pt x="157554" y="61484"/>
                    <a:pt x="280524" y="61484"/>
                  </a:cubicBezTo>
                  <a:cubicBezTo>
                    <a:pt x="403492" y="61484"/>
                    <a:pt x="499562" y="157554"/>
                    <a:pt x="499562" y="280523"/>
                  </a:cubicBezTo>
                  <a:lnTo>
                    <a:pt x="561046" y="280523"/>
                  </a:lnTo>
                  <a:cubicBezTo>
                    <a:pt x="561046" y="122969"/>
                    <a:pt x="438077" y="0"/>
                    <a:pt x="280524" y="0"/>
                  </a:cubicBezTo>
                </a:path>
              </a:pathLst>
            </a:custGeom>
            <a:solidFill>
              <a:srgbClr val="FFFFFF"/>
            </a:solidFill>
            <a:ln w="384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baseline="0">
                <a:solidFill>
                  <a:schemeClr val="bg1"/>
                </a:solidFill>
              </a:endParaRPr>
            </a:p>
          </p:txBody>
        </p:sp>
      </p:grpSp>
      <p:grpSp>
        <p:nvGrpSpPr>
          <p:cNvPr id="75" name="Graphic 4907">
            <a:extLst>
              <a:ext uri="{FF2B5EF4-FFF2-40B4-BE49-F238E27FC236}">
                <a16:creationId xmlns:a16="http://schemas.microsoft.com/office/drawing/2014/main" id="{0272150B-3831-463C-86BB-43F6D1C0DDBB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 bwMode="black">
          <a:xfrm>
            <a:off x="4967227" y="3167263"/>
            <a:ext cx="379973" cy="465563"/>
            <a:chOff x="8107365" y="4049975"/>
            <a:chExt cx="1125934" cy="1379558"/>
          </a:xfrm>
          <a:solidFill>
            <a:srgbClr val="FFFFFF"/>
          </a:solidFill>
        </p:grpSpPr>
        <p:sp>
          <p:nvSpPr>
            <p:cNvPr id="76" name="Vrije vorm: vorm 4913">
              <a:extLst>
                <a:ext uri="{FF2B5EF4-FFF2-40B4-BE49-F238E27FC236}">
                  <a16:creationId xmlns:a16="http://schemas.microsoft.com/office/drawing/2014/main" id="{525D3F68-269D-483A-AEB4-A69651138227}"/>
                </a:ext>
              </a:extLst>
            </p:cNvPr>
            <p:cNvSpPr/>
            <p:nvPr/>
          </p:nvSpPr>
          <p:spPr bwMode="black">
            <a:xfrm>
              <a:off x="8295662" y="4049975"/>
              <a:ext cx="753185" cy="753185"/>
            </a:xfrm>
            <a:custGeom>
              <a:avLst/>
              <a:gdLst>
                <a:gd name="connsiteX0" fmla="*/ 376593 w 753185"/>
                <a:gd name="connsiteY0" fmla="*/ 753185 h 753185"/>
                <a:gd name="connsiteX1" fmla="*/ 0 w 753185"/>
                <a:gd name="connsiteY1" fmla="*/ 376593 h 753185"/>
                <a:gd name="connsiteX2" fmla="*/ 376593 w 753185"/>
                <a:gd name="connsiteY2" fmla="*/ 0 h 753185"/>
                <a:gd name="connsiteX3" fmla="*/ 753185 w 753185"/>
                <a:gd name="connsiteY3" fmla="*/ 376593 h 753185"/>
                <a:gd name="connsiteX4" fmla="*/ 376593 w 753185"/>
                <a:gd name="connsiteY4" fmla="*/ 753185 h 753185"/>
                <a:gd name="connsiteX5" fmla="*/ 376593 w 753185"/>
                <a:gd name="connsiteY5" fmla="*/ 65327 h 753185"/>
                <a:gd name="connsiteX6" fmla="*/ 65327 w 753185"/>
                <a:gd name="connsiteY6" fmla="*/ 376593 h 753185"/>
                <a:gd name="connsiteX7" fmla="*/ 376593 w 753185"/>
                <a:gd name="connsiteY7" fmla="*/ 687858 h 753185"/>
                <a:gd name="connsiteX8" fmla="*/ 687858 w 753185"/>
                <a:gd name="connsiteY8" fmla="*/ 376593 h 753185"/>
                <a:gd name="connsiteX9" fmla="*/ 376593 w 753185"/>
                <a:gd name="connsiteY9" fmla="*/ 65327 h 753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3185" h="753185">
                  <a:moveTo>
                    <a:pt x="376593" y="753185"/>
                  </a:moveTo>
                  <a:cubicBezTo>
                    <a:pt x="169082" y="753185"/>
                    <a:pt x="0" y="584103"/>
                    <a:pt x="0" y="376593"/>
                  </a:cubicBezTo>
                  <a:cubicBezTo>
                    <a:pt x="0" y="169082"/>
                    <a:pt x="169082" y="0"/>
                    <a:pt x="376593" y="0"/>
                  </a:cubicBezTo>
                  <a:cubicBezTo>
                    <a:pt x="584103" y="0"/>
                    <a:pt x="753185" y="169082"/>
                    <a:pt x="753185" y="376593"/>
                  </a:cubicBezTo>
                  <a:cubicBezTo>
                    <a:pt x="753185" y="584103"/>
                    <a:pt x="584103" y="753185"/>
                    <a:pt x="376593" y="753185"/>
                  </a:cubicBezTo>
                  <a:moveTo>
                    <a:pt x="376593" y="65327"/>
                  </a:moveTo>
                  <a:cubicBezTo>
                    <a:pt x="203667" y="65327"/>
                    <a:pt x="65327" y="207510"/>
                    <a:pt x="65327" y="376593"/>
                  </a:cubicBezTo>
                  <a:cubicBezTo>
                    <a:pt x="65327" y="549518"/>
                    <a:pt x="207510" y="687858"/>
                    <a:pt x="376593" y="687858"/>
                  </a:cubicBezTo>
                  <a:cubicBezTo>
                    <a:pt x="545675" y="687858"/>
                    <a:pt x="687858" y="545675"/>
                    <a:pt x="687858" y="376593"/>
                  </a:cubicBezTo>
                  <a:cubicBezTo>
                    <a:pt x="687858" y="207510"/>
                    <a:pt x="549518" y="65327"/>
                    <a:pt x="376593" y="65327"/>
                  </a:cubicBezTo>
                </a:path>
              </a:pathLst>
            </a:custGeom>
            <a:solidFill>
              <a:srgbClr val="FFFFFF"/>
            </a:solidFill>
            <a:ln w="384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7" name="Vrije vorm: vorm 4914">
              <a:extLst>
                <a:ext uri="{FF2B5EF4-FFF2-40B4-BE49-F238E27FC236}">
                  <a16:creationId xmlns:a16="http://schemas.microsoft.com/office/drawing/2014/main" id="{092ED77B-CF3B-48EB-A6B1-DDB90A2417D2}"/>
                </a:ext>
              </a:extLst>
            </p:cNvPr>
            <p:cNvSpPr/>
            <p:nvPr/>
          </p:nvSpPr>
          <p:spPr bwMode="black">
            <a:xfrm>
              <a:off x="8107365" y="4868487"/>
              <a:ext cx="1125934" cy="561046"/>
            </a:xfrm>
            <a:custGeom>
              <a:avLst/>
              <a:gdLst>
                <a:gd name="connsiteX0" fmla="*/ 1125935 w 1125934"/>
                <a:gd name="connsiteY0" fmla="*/ 561046 h 561046"/>
                <a:gd name="connsiteX1" fmla="*/ 1064451 w 1125934"/>
                <a:gd name="connsiteY1" fmla="*/ 561046 h 561046"/>
                <a:gd name="connsiteX2" fmla="*/ 1064451 w 1125934"/>
                <a:gd name="connsiteY2" fmla="*/ 61484 h 561046"/>
                <a:gd name="connsiteX3" fmla="*/ 61485 w 1125934"/>
                <a:gd name="connsiteY3" fmla="*/ 61484 h 561046"/>
                <a:gd name="connsiteX4" fmla="*/ 61485 w 1125934"/>
                <a:gd name="connsiteY4" fmla="*/ 561046 h 561046"/>
                <a:gd name="connsiteX5" fmla="*/ 0 w 1125934"/>
                <a:gd name="connsiteY5" fmla="*/ 561046 h 561046"/>
                <a:gd name="connsiteX6" fmla="*/ 0 w 1125934"/>
                <a:gd name="connsiteY6" fmla="*/ 0 h 561046"/>
                <a:gd name="connsiteX7" fmla="*/ 1125935 w 1125934"/>
                <a:gd name="connsiteY7" fmla="*/ 0 h 56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5934" h="561046">
                  <a:moveTo>
                    <a:pt x="1125935" y="561046"/>
                  </a:moveTo>
                  <a:lnTo>
                    <a:pt x="1064451" y="561046"/>
                  </a:lnTo>
                  <a:lnTo>
                    <a:pt x="1064451" y="61484"/>
                  </a:lnTo>
                  <a:lnTo>
                    <a:pt x="61485" y="61484"/>
                  </a:lnTo>
                  <a:lnTo>
                    <a:pt x="61485" y="561046"/>
                  </a:lnTo>
                  <a:lnTo>
                    <a:pt x="0" y="561046"/>
                  </a:lnTo>
                  <a:lnTo>
                    <a:pt x="0" y="0"/>
                  </a:lnTo>
                  <a:lnTo>
                    <a:pt x="1125935" y="0"/>
                  </a:lnTo>
                  <a:close/>
                </a:path>
              </a:pathLst>
            </a:custGeom>
            <a:solidFill>
              <a:srgbClr val="FFFFFF"/>
            </a:solidFill>
            <a:ln w="384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55EAD4-1AE9-430D-9195-B1BDBCDB9274}"/>
              </a:ext>
            </a:extLst>
          </p:cNvPr>
          <p:cNvCxnSpPr>
            <a:cxnSpLocks/>
          </p:cNvCxnSpPr>
          <p:nvPr/>
        </p:nvCxnSpPr>
        <p:spPr>
          <a:xfrm>
            <a:off x="9682933" y="246600"/>
            <a:ext cx="0" cy="8424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MIO_AGENDA_IGNORE_NAVIGATION" hidden="1">
            <a:extLst>
              <a:ext uri="{FF2B5EF4-FFF2-40B4-BE49-F238E27FC236}">
                <a16:creationId xmlns:a16="http://schemas.microsoft.com/office/drawing/2014/main" id="{FCE8ADEB-72DC-48DB-8B77-3DC4FB918EEF}"/>
              </a:ext>
            </a:extLst>
          </p:cNvPr>
          <p:cNvSpPr/>
          <p:nvPr/>
        </p:nvSpPr>
        <p:spPr>
          <a:xfrm>
            <a:off x="11804960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MIO_AGENDA_IGNORE_CHAPTER_REFERENCE" hidden="1">
            <a:extLst>
              <a:ext uri="{FF2B5EF4-FFF2-40B4-BE49-F238E27FC236}">
                <a16:creationId xmlns:a16="http://schemas.microsoft.com/office/drawing/2014/main" id="{976887AB-5E0A-471B-AFAF-4ACF6D30328F}"/>
              </a:ext>
            </a:extLst>
          </p:cNvPr>
          <p:cNvSpPr/>
          <p:nvPr/>
        </p:nvSpPr>
        <p:spPr>
          <a:xfrm>
            <a:off x="11517578" y="128368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MIO_LOGOPLACEHOLDER#Closing" hidden="1">
            <a:extLst>
              <a:ext uri="{FF2B5EF4-FFF2-40B4-BE49-F238E27FC236}">
                <a16:creationId xmlns:a16="http://schemas.microsoft.com/office/drawing/2014/main" id="{2EA46382-E9B6-46AD-9356-4CE8C8139EB1}"/>
              </a:ext>
            </a:extLst>
          </p:cNvPr>
          <p:cNvSpPr/>
          <p:nvPr/>
        </p:nvSpPr>
        <p:spPr>
          <a:xfrm>
            <a:off x="11197200" y="115094"/>
            <a:ext cx="203200" cy="203200"/>
          </a:xfrm>
          <a:prstGeom prst="noSmoking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MIO_AGENDA_LAST_SLIDE" hidden="1">
            <a:extLst>
              <a:ext uri="{FF2B5EF4-FFF2-40B4-BE49-F238E27FC236}">
                <a16:creationId xmlns:a16="http://schemas.microsoft.com/office/drawing/2014/main" id="{A5ACD32F-853B-4D82-9242-36FD6601B6D6}"/>
              </a:ext>
            </a:extLst>
          </p:cNvPr>
          <p:cNvSpPr/>
          <p:nvPr/>
        </p:nvSpPr>
        <p:spPr>
          <a:xfrm>
            <a:off x="10911760" y="115094"/>
            <a:ext cx="203200" cy="2032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Logo">
            <a:extLst>
              <a:ext uri="{FF2B5EF4-FFF2-40B4-BE49-F238E27FC236}">
                <a16:creationId xmlns:a16="http://schemas.microsoft.com/office/drawing/2014/main" id="{0281FEA4-9F0E-4A52-BA2D-8F5C196B252E}"/>
              </a:ext>
            </a:extLst>
          </p:cNvPr>
          <p:cNvSpPr>
            <a:spLocks noChangeAspect="1"/>
          </p:cNvSpPr>
          <p:nvPr/>
        </p:nvSpPr>
        <p:spPr bwMode="black">
          <a:xfrm>
            <a:off x="10111908" y="433388"/>
            <a:ext cx="1694330" cy="468412"/>
          </a:xfrm>
          <a:custGeom>
            <a:avLst/>
            <a:gdLst>
              <a:gd name="connsiteX0" fmla="*/ 322580 w 2575560"/>
              <a:gd name="connsiteY0" fmla="*/ 171554 h 719869"/>
              <a:gd name="connsiteX1" fmla="*/ 261620 w 2575560"/>
              <a:gd name="connsiteY1" fmla="*/ 452224 h 719869"/>
              <a:gd name="connsiteX2" fmla="*/ 384810 w 2575560"/>
              <a:gd name="connsiteY2" fmla="*/ 452224 h 719869"/>
              <a:gd name="connsiteX3" fmla="*/ 941070 w 2575560"/>
              <a:gd name="connsiteY3" fmla="*/ 157584 h 719869"/>
              <a:gd name="connsiteX4" fmla="*/ 892810 w 2575560"/>
              <a:gd name="connsiteY4" fmla="*/ 212194 h 719869"/>
              <a:gd name="connsiteX5" fmla="*/ 998220 w 2575560"/>
              <a:gd name="connsiteY5" fmla="*/ 293474 h 719869"/>
              <a:gd name="connsiteX6" fmla="*/ 1195070 w 2575560"/>
              <a:gd name="connsiteY6" fmla="*/ 500484 h 719869"/>
              <a:gd name="connsiteX7" fmla="*/ 1009650 w 2575560"/>
              <a:gd name="connsiteY7" fmla="*/ 703684 h 719869"/>
              <a:gd name="connsiteX8" fmla="*/ 687070 w 2575560"/>
              <a:gd name="connsiteY8" fmla="*/ 671934 h 719869"/>
              <a:gd name="connsiteX9" fmla="*/ 687070 w 2575560"/>
              <a:gd name="connsiteY9" fmla="*/ 506834 h 719869"/>
              <a:gd name="connsiteX10" fmla="*/ 876300 w 2575560"/>
              <a:gd name="connsiteY10" fmla="*/ 577954 h 719869"/>
              <a:gd name="connsiteX11" fmla="*/ 981710 w 2575560"/>
              <a:gd name="connsiteY11" fmla="*/ 500484 h 719869"/>
              <a:gd name="connsiteX12" fmla="*/ 909320 w 2575560"/>
              <a:gd name="connsiteY12" fmla="*/ 420474 h 719869"/>
              <a:gd name="connsiteX13" fmla="*/ 941070 w 2575560"/>
              <a:gd name="connsiteY13" fmla="*/ 157584 h 719869"/>
              <a:gd name="connsiteX14" fmla="*/ 2136140 w 2575560"/>
              <a:gd name="connsiteY14" fmla="*/ 20424 h 719869"/>
              <a:gd name="connsiteX15" fmla="*/ 2321560 w 2575560"/>
              <a:gd name="connsiteY15" fmla="*/ 20424 h 719869"/>
              <a:gd name="connsiteX16" fmla="*/ 2321560 w 2575560"/>
              <a:gd name="connsiteY16" fmla="*/ 562714 h 719869"/>
              <a:gd name="connsiteX17" fmla="*/ 2575560 w 2575560"/>
              <a:gd name="connsiteY17" fmla="*/ 562714 h 719869"/>
              <a:gd name="connsiteX18" fmla="*/ 2575560 w 2575560"/>
              <a:gd name="connsiteY18" fmla="*/ 706224 h 719869"/>
              <a:gd name="connsiteX19" fmla="*/ 2136140 w 2575560"/>
              <a:gd name="connsiteY19" fmla="*/ 706224 h 719869"/>
              <a:gd name="connsiteX20" fmla="*/ 1346200 w 2575560"/>
              <a:gd name="connsiteY20" fmla="*/ 20424 h 719869"/>
              <a:gd name="connsiteX21" fmla="*/ 1551940 w 2575560"/>
              <a:gd name="connsiteY21" fmla="*/ 20424 h 719869"/>
              <a:gd name="connsiteX22" fmla="*/ 1648460 w 2575560"/>
              <a:gd name="connsiteY22" fmla="*/ 431904 h 719869"/>
              <a:gd name="connsiteX23" fmla="*/ 1743710 w 2575560"/>
              <a:gd name="connsiteY23" fmla="*/ 20424 h 719869"/>
              <a:gd name="connsiteX24" fmla="*/ 1950720 w 2575560"/>
              <a:gd name="connsiteY24" fmla="*/ 20424 h 719869"/>
              <a:gd name="connsiteX25" fmla="*/ 2039620 w 2575560"/>
              <a:gd name="connsiteY25" fmla="*/ 706224 h 719869"/>
              <a:gd name="connsiteX26" fmla="*/ 1846580 w 2575560"/>
              <a:gd name="connsiteY26" fmla="*/ 706224 h 719869"/>
              <a:gd name="connsiteX27" fmla="*/ 1813560 w 2575560"/>
              <a:gd name="connsiteY27" fmla="*/ 274424 h 719869"/>
              <a:gd name="connsiteX28" fmla="*/ 1723390 w 2575560"/>
              <a:gd name="connsiteY28" fmla="*/ 706224 h 719869"/>
              <a:gd name="connsiteX29" fmla="*/ 1572260 w 2575560"/>
              <a:gd name="connsiteY29" fmla="*/ 706224 h 719869"/>
              <a:gd name="connsiteX30" fmla="*/ 1483360 w 2575560"/>
              <a:gd name="connsiteY30" fmla="*/ 274424 h 719869"/>
              <a:gd name="connsiteX31" fmla="*/ 1449070 w 2575560"/>
              <a:gd name="connsiteY31" fmla="*/ 706224 h 719869"/>
              <a:gd name="connsiteX32" fmla="*/ 1257300 w 2575560"/>
              <a:gd name="connsiteY32" fmla="*/ 706224 h 719869"/>
              <a:gd name="connsiteX33" fmla="*/ 205740 w 2575560"/>
              <a:gd name="connsiteY33" fmla="*/ 20424 h 719869"/>
              <a:gd name="connsiteX34" fmla="*/ 439420 w 2575560"/>
              <a:gd name="connsiteY34" fmla="*/ 20424 h 719869"/>
              <a:gd name="connsiteX35" fmla="*/ 645160 w 2575560"/>
              <a:gd name="connsiteY35" fmla="*/ 706224 h 719869"/>
              <a:gd name="connsiteX36" fmla="*/ 439420 w 2575560"/>
              <a:gd name="connsiteY36" fmla="*/ 706224 h 719869"/>
              <a:gd name="connsiteX37" fmla="*/ 411480 w 2575560"/>
              <a:gd name="connsiteY37" fmla="*/ 583034 h 719869"/>
              <a:gd name="connsiteX38" fmla="*/ 232410 w 2575560"/>
              <a:gd name="connsiteY38" fmla="*/ 583034 h 719869"/>
              <a:gd name="connsiteX39" fmla="*/ 204470 w 2575560"/>
              <a:gd name="connsiteY39" fmla="*/ 706224 h 719869"/>
              <a:gd name="connsiteX40" fmla="*/ 0 w 2575560"/>
              <a:gd name="connsiteY40" fmla="*/ 706224 h 719869"/>
              <a:gd name="connsiteX41" fmla="*/ 994112 w 2575560"/>
              <a:gd name="connsiteY41" fmla="*/ 422 h 719869"/>
              <a:gd name="connsiteX42" fmla="*/ 1140459 w 2575560"/>
              <a:gd name="connsiteY42" fmla="*/ 34395 h 719869"/>
              <a:gd name="connsiteX43" fmla="*/ 1140459 w 2575560"/>
              <a:gd name="connsiteY43" fmla="*/ 212195 h 719869"/>
              <a:gd name="connsiteX44" fmla="*/ 701040 w 2575560"/>
              <a:gd name="connsiteY44" fmla="*/ 260455 h 719869"/>
              <a:gd name="connsiteX45" fmla="*/ 994112 w 2575560"/>
              <a:gd name="connsiteY45" fmla="*/ 422 h 719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575560" h="719869">
                <a:moveTo>
                  <a:pt x="322580" y="171554"/>
                </a:moveTo>
                <a:lnTo>
                  <a:pt x="261620" y="452224"/>
                </a:lnTo>
                <a:lnTo>
                  <a:pt x="384810" y="452224"/>
                </a:lnTo>
                <a:close/>
                <a:moveTo>
                  <a:pt x="941070" y="157584"/>
                </a:moveTo>
                <a:cubicBezTo>
                  <a:pt x="900430" y="170284"/>
                  <a:pt x="892810" y="191874"/>
                  <a:pt x="892810" y="212194"/>
                </a:cubicBezTo>
                <a:cubicBezTo>
                  <a:pt x="892810" y="261724"/>
                  <a:pt x="955040" y="276964"/>
                  <a:pt x="998220" y="293474"/>
                </a:cubicBezTo>
                <a:cubicBezTo>
                  <a:pt x="1069340" y="320144"/>
                  <a:pt x="1195070" y="355704"/>
                  <a:pt x="1195070" y="500484"/>
                </a:cubicBezTo>
                <a:cubicBezTo>
                  <a:pt x="1195070" y="589384"/>
                  <a:pt x="1109980" y="673204"/>
                  <a:pt x="1009650" y="703684"/>
                </a:cubicBezTo>
                <a:cubicBezTo>
                  <a:pt x="885190" y="741784"/>
                  <a:pt x="763270" y="704954"/>
                  <a:pt x="687070" y="671934"/>
                </a:cubicBezTo>
                <a:lnTo>
                  <a:pt x="687070" y="506834"/>
                </a:lnTo>
                <a:cubicBezTo>
                  <a:pt x="750570" y="552554"/>
                  <a:pt x="806450" y="576684"/>
                  <a:pt x="876300" y="577954"/>
                </a:cubicBezTo>
                <a:cubicBezTo>
                  <a:pt x="918210" y="579224"/>
                  <a:pt x="981710" y="558904"/>
                  <a:pt x="981710" y="500484"/>
                </a:cubicBezTo>
                <a:cubicBezTo>
                  <a:pt x="981710" y="449684"/>
                  <a:pt x="935990" y="434444"/>
                  <a:pt x="909320" y="420474"/>
                </a:cubicBezTo>
                <a:cubicBezTo>
                  <a:pt x="758190" y="337924"/>
                  <a:pt x="803910" y="171554"/>
                  <a:pt x="941070" y="157584"/>
                </a:cubicBezTo>
                <a:close/>
                <a:moveTo>
                  <a:pt x="2136140" y="20424"/>
                </a:moveTo>
                <a:lnTo>
                  <a:pt x="2321560" y="20424"/>
                </a:lnTo>
                <a:lnTo>
                  <a:pt x="2321560" y="562714"/>
                </a:lnTo>
                <a:lnTo>
                  <a:pt x="2575560" y="562714"/>
                </a:lnTo>
                <a:lnTo>
                  <a:pt x="2575560" y="706224"/>
                </a:lnTo>
                <a:lnTo>
                  <a:pt x="2136140" y="706224"/>
                </a:lnTo>
                <a:close/>
                <a:moveTo>
                  <a:pt x="1346200" y="20424"/>
                </a:moveTo>
                <a:lnTo>
                  <a:pt x="1551940" y="20424"/>
                </a:lnTo>
                <a:lnTo>
                  <a:pt x="1648460" y="431904"/>
                </a:lnTo>
                <a:lnTo>
                  <a:pt x="1743710" y="20424"/>
                </a:lnTo>
                <a:lnTo>
                  <a:pt x="1950720" y="20424"/>
                </a:lnTo>
                <a:lnTo>
                  <a:pt x="2039620" y="706224"/>
                </a:lnTo>
                <a:lnTo>
                  <a:pt x="1846580" y="706224"/>
                </a:lnTo>
                <a:lnTo>
                  <a:pt x="1813560" y="274424"/>
                </a:lnTo>
                <a:lnTo>
                  <a:pt x="1723390" y="706224"/>
                </a:lnTo>
                <a:lnTo>
                  <a:pt x="1572260" y="706224"/>
                </a:lnTo>
                <a:lnTo>
                  <a:pt x="1483360" y="274424"/>
                </a:lnTo>
                <a:lnTo>
                  <a:pt x="1449070" y="706224"/>
                </a:lnTo>
                <a:lnTo>
                  <a:pt x="1257300" y="706224"/>
                </a:lnTo>
                <a:close/>
                <a:moveTo>
                  <a:pt x="205740" y="20424"/>
                </a:moveTo>
                <a:lnTo>
                  <a:pt x="439420" y="20424"/>
                </a:lnTo>
                <a:lnTo>
                  <a:pt x="645160" y="706224"/>
                </a:lnTo>
                <a:lnTo>
                  <a:pt x="439420" y="706224"/>
                </a:lnTo>
                <a:lnTo>
                  <a:pt x="411480" y="583034"/>
                </a:lnTo>
                <a:lnTo>
                  <a:pt x="232410" y="583034"/>
                </a:lnTo>
                <a:lnTo>
                  <a:pt x="204470" y="706224"/>
                </a:lnTo>
                <a:lnTo>
                  <a:pt x="0" y="706224"/>
                </a:lnTo>
                <a:close/>
                <a:moveTo>
                  <a:pt x="994112" y="422"/>
                </a:moveTo>
                <a:cubicBezTo>
                  <a:pt x="1046321" y="2724"/>
                  <a:pt x="1097597" y="14392"/>
                  <a:pt x="1140459" y="34395"/>
                </a:cubicBezTo>
                <a:cubicBezTo>
                  <a:pt x="1143000" y="75035"/>
                  <a:pt x="1146809" y="118215"/>
                  <a:pt x="1140459" y="212195"/>
                </a:cubicBezTo>
                <a:cubicBezTo>
                  <a:pt x="970280" y="63605"/>
                  <a:pt x="703580" y="123295"/>
                  <a:pt x="701040" y="260455"/>
                </a:cubicBezTo>
                <a:cubicBezTo>
                  <a:pt x="672465" y="70907"/>
                  <a:pt x="837486" y="-6483"/>
                  <a:pt x="994112" y="42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irstname Lastname">
            <a:extLst>
              <a:ext uri="{FF2B5EF4-FFF2-40B4-BE49-F238E27FC236}">
                <a16:creationId xmlns:a16="http://schemas.microsoft.com/office/drawing/2014/main" id="{3E9243FA-4C12-4776-9DDA-9DED5F4EE9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4109" y="3314653"/>
            <a:ext cx="2310293" cy="175433"/>
          </a:xfrm>
        </p:spPr>
        <p:txBody>
          <a:bodyPr/>
          <a:lstStyle>
            <a:lvl1pPr>
              <a:defRPr sz="1200" b="1" i="0" baseline="0">
                <a:solidFill>
                  <a:schemeClr val="bg1"/>
                </a:solidFill>
              </a:defRPr>
            </a:lvl1pPr>
            <a:lvl2pPr>
              <a:defRPr sz="1200" baseline="0">
                <a:solidFill>
                  <a:schemeClr val="bg1"/>
                </a:solidFill>
              </a:defRPr>
            </a:lvl2pPr>
            <a:lvl3pPr>
              <a:defRPr sz="1200" baseline="0">
                <a:solidFill>
                  <a:schemeClr val="bg1"/>
                </a:solidFill>
              </a:defRPr>
            </a:lvl3pPr>
            <a:lvl4pPr>
              <a:defRPr sz="1200" baseline="0">
                <a:solidFill>
                  <a:schemeClr val="bg1"/>
                </a:solidFill>
              </a:defRPr>
            </a:lvl4pPr>
            <a:lvl5pPr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9" name="Position and Title">
            <a:extLst>
              <a:ext uri="{FF2B5EF4-FFF2-40B4-BE49-F238E27FC236}">
                <a16:creationId xmlns:a16="http://schemas.microsoft.com/office/drawing/2014/main" id="{CDD47F99-A71C-4684-9C8A-757F62F411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65751" y="3495097"/>
            <a:ext cx="2308247" cy="175433"/>
          </a:xfrm>
        </p:spPr>
        <p:txBody>
          <a:bodyPr/>
          <a:lstStyle>
            <a:lvl1pPr>
              <a:defRPr sz="1200" b="1" i="0" baseline="0">
                <a:solidFill>
                  <a:schemeClr val="bg1"/>
                </a:solidFill>
              </a:defRPr>
            </a:lvl1pPr>
            <a:lvl2pPr>
              <a:defRPr sz="1200" baseline="0">
                <a:solidFill>
                  <a:schemeClr val="bg1"/>
                </a:solidFill>
              </a:defRPr>
            </a:lvl2pPr>
            <a:lvl3pPr>
              <a:defRPr sz="1200" baseline="0">
                <a:solidFill>
                  <a:schemeClr val="bg1"/>
                </a:solidFill>
              </a:defRPr>
            </a:lvl3pPr>
            <a:lvl4pPr>
              <a:defRPr sz="1200" baseline="0">
                <a:solidFill>
                  <a:schemeClr val="bg1"/>
                </a:solidFill>
              </a:defRPr>
            </a:lvl4pPr>
            <a:lvl5pPr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Position and Title</a:t>
            </a:r>
          </a:p>
        </p:txBody>
      </p:sp>
      <p:sp>
        <p:nvSpPr>
          <p:cNvPr id="40" name="Telephone">
            <a:extLst>
              <a:ext uri="{FF2B5EF4-FFF2-40B4-BE49-F238E27FC236}">
                <a16:creationId xmlns:a16="http://schemas.microsoft.com/office/drawing/2014/main" id="{A0ED14EA-5B52-4818-A618-8EA9C11CFA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65752" y="4033929"/>
            <a:ext cx="2649894" cy="175434"/>
          </a:xfrm>
        </p:spPr>
        <p:txBody>
          <a:bodyPr/>
          <a:lstStyle>
            <a:lvl1pPr>
              <a:defRPr sz="1200" baseline="0">
                <a:solidFill>
                  <a:schemeClr val="bg1"/>
                </a:solidFill>
              </a:defRPr>
            </a:lvl1pPr>
            <a:lvl2pPr>
              <a:defRPr sz="1200" baseline="0">
                <a:solidFill>
                  <a:schemeClr val="bg1"/>
                </a:solidFill>
              </a:defRPr>
            </a:lvl2pPr>
            <a:lvl3pPr>
              <a:defRPr sz="1200" baseline="0">
                <a:solidFill>
                  <a:schemeClr val="bg1"/>
                </a:solidFill>
              </a:defRPr>
            </a:lvl3pPr>
            <a:lvl4pPr>
              <a:defRPr sz="1200" baseline="0">
                <a:solidFill>
                  <a:schemeClr val="bg1"/>
                </a:solidFill>
              </a:defRPr>
            </a:lvl4pPr>
            <a:lvl5pPr>
              <a:defRPr sz="1200" baseline="0">
                <a:solidFill>
                  <a:schemeClr val="bg1"/>
                </a:solidFill>
              </a:defRPr>
            </a:lvl5pPr>
          </a:lstStyle>
          <a:p>
            <a:pPr lvl="0" defTabSz="374400">
              <a:lnSpc>
                <a:spcPct val="95000"/>
              </a:lnSpc>
              <a:spcAft>
                <a:spcPts val="0"/>
              </a:spcAft>
            </a:pPr>
            <a:r>
              <a:rPr lang="en-US" sz="1200" b="1" baseline="0">
                <a:solidFill>
                  <a:schemeClr val="bg1"/>
                </a:solidFill>
              </a:rPr>
              <a:t>+31 12 3456 7890</a:t>
            </a:r>
          </a:p>
        </p:txBody>
      </p:sp>
      <p:sp>
        <p:nvSpPr>
          <p:cNvPr id="43" name="Email">
            <a:extLst>
              <a:ext uri="{FF2B5EF4-FFF2-40B4-BE49-F238E27FC236}">
                <a16:creationId xmlns:a16="http://schemas.microsoft.com/office/drawing/2014/main" id="{2F4C36B4-9688-4315-86CA-0EA0915517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65751" y="4209364"/>
            <a:ext cx="2649887" cy="202436"/>
          </a:xfrm>
        </p:spPr>
        <p:txBody>
          <a:bodyPr/>
          <a:lstStyle>
            <a:lvl1pPr>
              <a:defRPr sz="1200" b="1" i="0" baseline="0">
                <a:solidFill>
                  <a:schemeClr val="bg1"/>
                </a:solidFill>
              </a:defRPr>
            </a:lvl1pPr>
            <a:lvl2pPr>
              <a:defRPr sz="1200" b="1" i="0" baseline="0">
                <a:solidFill>
                  <a:schemeClr val="bg1"/>
                </a:solidFill>
              </a:defRPr>
            </a:lvl2pPr>
            <a:lvl3pPr>
              <a:defRPr sz="1200" b="1" i="0" baseline="0">
                <a:solidFill>
                  <a:schemeClr val="bg1"/>
                </a:solidFill>
              </a:defRPr>
            </a:lvl3pPr>
            <a:lvl4pPr>
              <a:defRPr sz="1200" b="1" i="0" baseline="0">
                <a:solidFill>
                  <a:schemeClr val="bg1"/>
                </a:solidFill>
              </a:defRPr>
            </a:lvl4pPr>
            <a:lvl5pPr>
              <a:defRPr sz="1200" b="1" i="0" baseline="0">
                <a:solidFill>
                  <a:schemeClr val="bg1"/>
                </a:solidFill>
              </a:defRPr>
            </a:lvl5pPr>
          </a:lstStyle>
          <a:p>
            <a:pPr defTabSz="374400">
              <a:lnSpc>
                <a:spcPct val="95000"/>
              </a:lnSpc>
              <a:spcAft>
                <a:spcPts val="0"/>
              </a:spcAft>
            </a:pPr>
            <a:r>
              <a:rPr lang="en-US" sz="1200" b="1" baseline="0">
                <a:solidFill>
                  <a:schemeClr val="bg1"/>
                </a:solidFill>
              </a:rPr>
              <a:t>firstname.lastname@asml.com</a:t>
            </a:r>
          </a:p>
        </p:txBody>
      </p:sp>
      <p:sp>
        <p:nvSpPr>
          <p:cNvPr id="45" name="Location">
            <a:extLst>
              <a:ext uri="{FF2B5EF4-FFF2-40B4-BE49-F238E27FC236}">
                <a16:creationId xmlns:a16="http://schemas.microsoft.com/office/drawing/2014/main" id="{C0E5E582-CB4C-4554-9A53-74C1E43BF9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3912" y="3316706"/>
            <a:ext cx="2324084" cy="175433"/>
          </a:xfrm>
        </p:spPr>
        <p:txBody>
          <a:bodyPr/>
          <a:lstStyle>
            <a:lvl1pPr>
              <a:defRPr sz="1200" b="1" i="0" baseline="0">
                <a:solidFill>
                  <a:schemeClr val="bg1"/>
                </a:solidFill>
              </a:defRPr>
            </a:lvl1pPr>
            <a:lvl2pPr>
              <a:defRPr sz="1200" b="1" i="0" baseline="0">
                <a:solidFill>
                  <a:schemeClr val="bg1"/>
                </a:solidFill>
              </a:defRPr>
            </a:lvl2pPr>
            <a:lvl3pPr>
              <a:defRPr sz="1200" b="1" i="0" baseline="0">
                <a:solidFill>
                  <a:schemeClr val="bg1"/>
                </a:solidFill>
              </a:defRPr>
            </a:lvl3pPr>
            <a:lvl4pPr>
              <a:defRPr sz="1200" b="1" i="0" baseline="0">
                <a:solidFill>
                  <a:schemeClr val="bg1"/>
                </a:solidFill>
              </a:defRPr>
            </a:lvl4pPr>
            <a:lvl5pPr>
              <a:defRPr sz="1200" b="1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Location</a:t>
            </a:r>
          </a:p>
          <a:p>
            <a:pPr lvl="1"/>
            <a:endParaRPr lang="en-US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24EC8ADC-525E-4679-AFC2-3E71B47EAF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pPr>
              <a:lnSpc>
                <a:spcPct val="110000"/>
              </a:lnSpc>
              <a:spcAft>
                <a:spcPts val="0"/>
              </a:spcAft>
            </a:pPr>
            <a:fld id="{BD94D0EC-69AD-4209-B306-81122119E786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3ABB07B7-3662-4056-81D4-B5989AC29F7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0BAF792A-C35A-4C28-BA63-0765F6AD1D0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5469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1" pos="731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35" Type="http://schemas.openxmlformats.org/officeDocument/2006/relationships/tags" Target="../tags/tag6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Logo">
            <a:extLst>
              <a:ext uri="{FF2B5EF4-FFF2-40B4-BE49-F238E27FC236}">
                <a16:creationId xmlns:a16="http://schemas.microsoft.com/office/drawing/2014/main" id="{3C2628D1-2C4E-466C-8ED2-0BBF936C9D6A}"/>
              </a:ext>
            </a:extLst>
          </p:cNvPr>
          <p:cNvSpPr>
            <a:spLocks/>
          </p:cNvSpPr>
          <p:nvPr/>
        </p:nvSpPr>
        <p:spPr bwMode="black">
          <a:xfrm>
            <a:off x="385763" y="6512963"/>
            <a:ext cx="538161" cy="150809"/>
          </a:xfrm>
          <a:custGeom>
            <a:avLst/>
            <a:gdLst>
              <a:gd name="connsiteX0" fmla="*/ 135721 w 1078169"/>
              <a:gd name="connsiteY0" fmla="*/ 71284 h 302134"/>
              <a:gd name="connsiteX1" fmla="*/ 109085 w 1078169"/>
              <a:gd name="connsiteY1" fmla="*/ 189249 h 302134"/>
              <a:gd name="connsiteX2" fmla="*/ 161091 w 1078169"/>
              <a:gd name="connsiteY2" fmla="*/ 189249 h 302134"/>
              <a:gd name="connsiteX3" fmla="*/ 394483 w 1078169"/>
              <a:gd name="connsiteY3" fmla="*/ 66210 h 302134"/>
              <a:gd name="connsiteX4" fmla="*/ 374189 w 1078169"/>
              <a:gd name="connsiteY4" fmla="*/ 89042 h 302134"/>
              <a:gd name="connsiteX5" fmla="*/ 418583 w 1078169"/>
              <a:gd name="connsiteY5" fmla="*/ 123290 h 302134"/>
              <a:gd name="connsiteX6" fmla="*/ 499763 w 1078169"/>
              <a:gd name="connsiteY6" fmla="*/ 210811 h 302134"/>
              <a:gd name="connsiteX7" fmla="*/ 422389 w 1078169"/>
              <a:gd name="connsiteY7" fmla="*/ 295797 h 302134"/>
              <a:gd name="connsiteX8" fmla="*/ 287933 w 1078169"/>
              <a:gd name="connsiteY8" fmla="*/ 281844 h 302134"/>
              <a:gd name="connsiteX9" fmla="*/ 287933 w 1078169"/>
              <a:gd name="connsiteY9" fmla="*/ 213348 h 302134"/>
              <a:gd name="connsiteX10" fmla="*/ 367845 w 1078169"/>
              <a:gd name="connsiteY10" fmla="*/ 242522 h 302134"/>
              <a:gd name="connsiteX11" fmla="*/ 412241 w 1078169"/>
              <a:gd name="connsiteY11" fmla="*/ 209543 h 302134"/>
              <a:gd name="connsiteX12" fmla="*/ 381797 w 1078169"/>
              <a:gd name="connsiteY12" fmla="*/ 176564 h 302134"/>
              <a:gd name="connsiteX13" fmla="*/ 394483 w 1078169"/>
              <a:gd name="connsiteY13" fmla="*/ 66210 h 302134"/>
              <a:gd name="connsiteX14" fmla="*/ 894245 w 1078169"/>
              <a:gd name="connsiteY14" fmla="*/ 9131 h 302134"/>
              <a:gd name="connsiteX15" fmla="*/ 972889 w 1078169"/>
              <a:gd name="connsiteY15" fmla="*/ 9131 h 302134"/>
              <a:gd name="connsiteX16" fmla="*/ 972889 w 1078169"/>
              <a:gd name="connsiteY16" fmla="*/ 236181 h 302134"/>
              <a:gd name="connsiteX17" fmla="*/ 1078169 w 1078169"/>
              <a:gd name="connsiteY17" fmla="*/ 236181 h 302134"/>
              <a:gd name="connsiteX18" fmla="*/ 1078169 w 1078169"/>
              <a:gd name="connsiteY18" fmla="*/ 295797 h 302134"/>
              <a:gd name="connsiteX19" fmla="*/ 894245 w 1078169"/>
              <a:gd name="connsiteY19" fmla="*/ 295797 h 302134"/>
              <a:gd name="connsiteX20" fmla="*/ 564453 w 1078169"/>
              <a:gd name="connsiteY20" fmla="*/ 9131 h 302134"/>
              <a:gd name="connsiteX21" fmla="*/ 650707 w 1078169"/>
              <a:gd name="connsiteY21" fmla="*/ 9131 h 302134"/>
              <a:gd name="connsiteX22" fmla="*/ 690029 w 1078169"/>
              <a:gd name="connsiteY22" fmla="*/ 181638 h 302134"/>
              <a:gd name="connsiteX23" fmla="*/ 730617 w 1078169"/>
              <a:gd name="connsiteY23" fmla="*/ 9131 h 302134"/>
              <a:gd name="connsiteX24" fmla="*/ 816873 w 1078169"/>
              <a:gd name="connsiteY24" fmla="*/ 9131 h 302134"/>
              <a:gd name="connsiteX25" fmla="*/ 854925 w 1078169"/>
              <a:gd name="connsiteY25" fmla="*/ 295797 h 302134"/>
              <a:gd name="connsiteX26" fmla="*/ 773745 w 1078169"/>
              <a:gd name="connsiteY26" fmla="*/ 295797 h 302134"/>
              <a:gd name="connsiteX27" fmla="*/ 759793 w 1078169"/>
              <a:gd name="connsiteY27" fmla="*/ 114411 h 302134"/>
              <a:gd name="connsiteX28" fmla="*/ 721739 w 1078169"/>
              <a:gd name="connsiteY28" fmla="*/ 295797 h 302134"/>
              <a:gd name="connsiteX29" fmla="*/ 658317 w 1078169"/>
              <a:gd name="connsiteY29" fmla="*/ 295797 h 302134"/>
              <a:gd name="connsiteX30" fmla="*/ 621533 w 1078169"/>
              <a:gd name="connsiteY30" fmla="*/ 114411 h 302134"/>
              <a:gd name="connsiteX31" fmla="*/ 607581 w 1078169"/>
              <a:gd name="connsiteY31" fmla="*/ 295797 h 302134"/>
              <a:gd name="connsiteX32" fmla="*/ 526401 w 1078169"/>
              <a:gd name="connsiteY32" fmla="*/ 295797 h 302134"/>
              <a:gd name="connsiteX33" fmla="*/ 86253 w 1078169"/>
              <a:gd name="connsiteY33" fmla="*/ 9131 h 302134"/>
              <a:gd name="connsiteX34" fmla="*/ 183923 w 1078169"/>
              <a:gd name="connsiteY34" fmla="*/ 9131 h 302134"/>
              <a:gd name="connsiteX35" fmla="*/ 270177 w 1078169"/>
              <a:gd name="connsiteY35" fmla="*/ 295797 h 302134"/>
              <a:gd name="connsiteX36" fmla="*/ 183923 w 1078169"/>
              <a:gd name="connsiteY36" fmla="*/ 295797 h 302134"/>
              <a:gd name="connsiteX37" fmla="*/ 172507 w 1078169"/>
              <a:gd name="connsiteY37" fmla="*/ 243791 h 302134"/>
              <a:gd name="connsiteX38" fmla="*/ 97669 w 1078169"/>
              <a:gd name="connsiteY38" fmla="*/ 243791 h 302134"/>
              <a:gd name="connsiteX39" fmla="*/ 86253 w 1078169"/>
              <a:gd name="connsiteY39" fmla="*/ 295797 h 302134"/>
              <a:gd name="connsiteX40" fmla="*/ 0 w 1078169"/>
              <a:gd name="connsiteY40" fmla="*/ 295797 h 302134"/>
              <a:gd name="connsiteX41" fmla="*/ 416643 w 1078169"/>
              <a:gd name="connsiteY41" fmla="*/ 173 h 302134"/>
              <a:gd name="connsiteX42" fmla="*/ 478201 w 1078169"/>
              <a:gd name="connsiteY42" fmla="*/ 14205 h 302134"/>
              <a:gd name="connsiteX43" fmla="*/ 478201 w 1078169"/>
              <a:gd name="connsiteY43" fmla="*/ 89043 h 302134"/>
              <a:gd name="connsiteX44" fmla="*/ 294277 w 1078169"/>
              <a:gd name="connsiteY44" fmla="*/ 109337 h 302134"/>
              <a:gd name="connsiteX45" fmla="*/ 416643 w 1078169"/>
              <a:gd name="connsiteY45" fmla="*/ 173 h 302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78169" h="302134">
                <a:moveTo>
                  <a:pt x="135721" y="71284"/>
                </a:moveTo>
                <a:lnTo>
                  <a:pt x="109085" y="189249"/>
                </a:lnTo>
                <a:lnTo>
                  <a:pt x="161091" y="189249"/>
                </a:lnTo>
                <a:close/>
                <a:moveTo>
                  <a:pt x="394483" y="66210"/>
                </a:moveTo>
                <a:cubicBezTo>
                  <a:pt x="377993" y="71284"/>
                  <a:pt x="374189" y="80163"/>
                  <a:pt x="374189" y="89042"/>
                </a:cubicBezTo>
                <a:cubicBezTo>
                  <a:pt x="374189" y="109337"/>
                  <a:pt x="400825" y="115679"/>
                  <a:pt x="418583" y="123290"/>
                </a:cubicBezTo>
                <a:cubicBezTo>
                  <a:pt x="447757" y="134705"/>
                  <a:pt x="501033" y="148658"/>
                  <a:pt x="499763" y="210811"/>
                </a:cubicBezTo>
                <a:cubicBezTo>
                  <a:pt x="499763" y="247596"/>
                  <a:pt x="464247" y="283112"/>
                  <a:pt x="422389" y="295797"/>
                </a:cubicBezTo>
                <a:cubicBezTo>
                  <a:pt x="371653" y="311018"/>
                  <a:pt x="319645" y="295797"/>
                  <a:pt x="287933" y="281844"/>
                </a:cubicBezTo>
                <a:lnTo>
                  <a:pt x="287933" y="213348"/>
                </a:lnTo>
                <a:cubicBezTo>
                  <a:pt x="314573" y="231106"/>
                  <a:pt x="338671" y="242522"/>
                  <a:pt x="367845" y="242522"/>
                </a:cubicBezTo>
                <a:cubicBezTo>
                  <a:pt x="385605" y="242522"/>
                  <a:pt x="412241" y="233643"/>
                  <a:pt x="412241" y="209543"/>
                </a:cubicBezTo>
                <a:cubicBezTo>
                  <a:pt x="412241" y="189248"/>
                  <a:pt x="393215" y="182906"/>
                  <a:pt x="381797" y="176564"/>
                </a:cubicBezTo>
                <a:cubicBezTo>
                  <a:pt x="318377" y="142316"/>
                  <a:pt x="337403" y="72552"/>
                  <a:pt x="394483" y="66210"/>
                </a:cubicBezTo>
                <a:close/>
                <a:moveTo>
                  <a:pt x="894245" y="9131"/>
                </a:moveTo>
                <a:lnTo>
                  <a:pt x="972889" y="9131"/>
                </a:lnTo>
                <a:lnTo>
                  <a:pt x="972889" y="236181"/>
                </a:lnTo>
                <a:lnTo>
                  <a:pt x="1078169" y="236181"/>
                </a:lnTo>
                <a:lnTo>
                  <a:pt x="1078169" y="295797"/>
                </a:lnTo>
                <a:lnTo>
                  <a:pt x="894245" y="295797"/>
                </a:lnTo>
                <a:close/>
                <a:moveTo>
                  <a:pt x="564453" y="9131"/>
                </a:moveTo>
                <a:lnTo>
                  <a:pt x="650707" y="9131"/>
                </a:lnTo>
                <a:lnTo>
                  <a:pt x="690029" y="181638"/>
                </a:lnTo>
                <a:lnTo>
                  <a:pt x="730617" y="9131"/>
                </a:lnTo>
                <a:lnTo>
                  <a:pt x="816873" y="9131"/>
                </a:lnTo>
                <a:lnTo>
                  <a:pt x="854925" y="295797"/>
                </a:lnTo>
                <a:lnTo>
                  <a:pt x="773745" y="295797"/>
                </a:lnTo>
                <a:lnTo>
                  <a:pt x="759793" y="114411"/>
                </a:lnTo>
                <a:lnTo>
                  <a:pt x="721739" y="295797"/>
                </a:lnTo>
                <a:lnTo>
                  <a:pt x="658317" y="295797"/>
                </a:lnTo>
                <a:lnTo>
                  <a:pt x="621533" y="114411"/>
                </a:lnTo>
                <a:lnTo>
                  <a:pt x="607581" y="295797"/>
                </a:lnTo>
                <a:lnTo>
                  <a:pt x="526401" y="295797"/>
                </a:lnTo>
                <a:close/>
                <a:moveTo>
                  <a:pt x="86253" y="9131"/>
                </a:moveTo>
                <a:lnTo>
                  <a:pt x="183923" y="9131"/>
                </a:lnTo>
                <a:lnTo>
                  <a:pt x="270177" y="295797"/>
                </a:lnTo>
                <a:lnTo>
                  <a:pt x="183923" y="295797"/>
                </a:lnTo>
                <a:lnTo>
                  <a:pt x="172507" y="243791"/>
                </a:lnTo>
                <a:lnTo>
                  <a:pt x="97669" y="243791"/>
                </a:lnTo>
                <a:lnTo>
                  <a:pt x="86253" y="295797"/>
                </a:lnTo>
                <a:lnTo>
                  <a:pt x="0" y="295797"/>
                </a:lnTo>
                <a:close/>
                <a:moveTo>
                  <a:pt x="416643" y="173"/>
                </a:moveTo>
                <a:cubicBezTo>
                  <a:pt x="438563" y="1124"/>
                  <a:pt x="460127" y="5960"/>
                  <a:pt x="478201" y="14205"/>
                </a:cubicBezTo>
                <a:cubicBezTo>
                  <a:pt x="479469" y="31963"/>
                  <a:pt x="480737" y="49721"/>
                  <a:pt x="478201" y="89043"/>
                </a:cubicBezTo>
                <a:cubicBezTo>
                  <a:pt x="407169" y="26889"/>
                  <a:pt x="295545" y="52258"/>
                  <a:pt x="294277" y="109337"/>
                </a:cubicBezTo>
                <a:cubicBezTo>
                  <a:pt x="281911" y="29426"/>
                  <a:pt x="350883" y="-2681"/>
                  <a:pt x="416643" y="173"/>
                </a:cubicBezTo>
                <a:close/>
              </a:path>
            </a:pathLst>
          </a:custGeom>
          <a:solidFill>
            <a:srgbClr val="10069F"/>
          </a:solidFill>
          <a:ln w="12680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sz="2400" baseline="0">
              <a:latin typeface="+mn-lt"/>
              <a:cs typeface="+mn-cs"/>
            </a:endParaRPr>
          </a:p>
        </p:txBody>
      </p:sp>
      <p:grpSp>
        <p:nvGrpSpPr>
          <p:cNvPr id="5" name="Supporting lines">
            <a:extLst>
              <a:ext uri="{FF2B5EF4-FFF2-40B4-BE49-F238E27FC236}">
                <a16:creationId xmlns:a16="http://schemas.microsoft.com/office/drawing/2014/main" id="{9FB53A73-69D2-4671-A9D6-A17A4290BC4E}"/>
              </a:ext>
            </a:extLst>
          </p:cNvPr>
          <p:cNvGrpSpPr/>
          <p:nvPr/>
        </p:nvGrpSpPr>
        <p:grpSpPr>
          <a:xfrm>
            <a:off x="-128400" y="-127800"/>
            <a:ext cx="12121200" cy="6832800"/>
            <a:chOff x="-128400" y="-127800"/>
            <a:chExt cx="12121200" cy="6832800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2E4C7E6-3387-41F8-9EAD-E47B5A9ECA1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20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90A978A-7BAF-49DB-BABC-A990A008804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864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286BBF64-B330-4470-9A1F-E5A4734EF75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608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37A0477-93D8-48A8-A035-9D98267DCD7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352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31A1A94-C93E-49F0-B200-89371B61037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5096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6AAF536-9BA6-4AFE-9100-FE58B83D236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8840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4151686A-15C4-4FFA-961B-4F76D94DB43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2584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62E777-8C52-479C-AC60-2C9D5D43FE1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6328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53D75036-1DD3-4854-B5B9-6595551F241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0072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7957112-40AF-4ACF-B51F-4C590B3738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3816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4AEF7E8-D2DC-4C57-88BD-3553A56B07D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560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534FF11-DBBB-413C-8314-F1C8439500E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1304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1914CF2-B9C8-42DF-AF06-9236BFFE9C7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048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6975562-75F0-4BD4-A751-F473B6A1432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8792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17830BB-D9CA-42CE-99C6-66622F1AA11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2536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79AC6A6-E6E5-4285-A4EA-35CABC76674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6280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CB627BA-14B2-4460-BD26-FBBD93F039A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024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2B23F7E5-6F7C-4F74-863A-A62D2D396A2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3768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0A36211D-106F-4F9D-9F9F-CA0674A5A8C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7512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2CABEE8-FAF4-4440-AF4B-22004B9C277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1256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F0A0087-F3D5-4F3B-A1DF-5B2789DD55A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000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677234F-1CE8-4B48-955E-1245838A1E0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8744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671F9C2D-8377-4DE3-BFFF-118ACDB8F39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488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0AA66E6-ABA6-4C8F-84CE-FEED5DC95B2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6232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7C38C08E-3768-4D40-B253-1BE54C53BB8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9976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B46208E7-BDF9-42EE-8F8E-364F4231B30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3720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4644024-66E6-49F2-B6F2-53D748DA91D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7464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2B410132-405B-4ABA-A92D-420B11E0E17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1208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F50FE52E-B465-485B-A2FD-F5D406407B6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4952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D24ADCC-0F7F-4654-87EF-EC655FCE31D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8696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CF4FD21-530C-4ACC-9F46-27D654CF920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2440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D797CB6-894E-4FCA-881E-5BC1BF9B95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6184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E89FFA9F-0A14-4344-BF56-120CBB213BC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992800" y="-127800"/>
              <a:ext cx="0" cy="468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DA3A1F9D-5070-4758-AEA3-63BFA2645D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8400" y="433800"/>
              <a:ext cx="468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FC12C6A6-7BD2-467A-8763-05F4FA0550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8400" y="808200"/>
              <a:ext cx="468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C8D367F6-6242-48A1-81AC-25136EA76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8400" y="1182600"/>
              <a:ext cx="468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203129A-3612-420D-BC50-908283471D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8400" y="1369800"/>
              <a:ext cx="468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47B300CA-A1A7-4367-9576-17557304AF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8400" y="6049800"/>
              <a:ext cx="468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AF0368B5-E16D-49D8-82F1-7825D0F2F6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8400" y="6283800"/>
              <a:ext cx="468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5E5AD53C-5B62-499E-8A20-3700DE0EDF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8400" y="6517800"/>
              <a:ext cx="468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F1863D99-0BC1-4BDB-8690-56085CBD7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8400" y="6705000"/>
              <a:ext cx="468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8" name="Content Grid" hidden="1">
            <a:extLst>
              <a:ext uri="{FF2B5EF4-FFF2-40B4-BE49-F238E27FC236}">
                <a16:creationId xmlns:a16="http://schemas.microsoft.com/office/drawing/2014/main" id="{016A9DD2-7240-460D-8F15-EB07954CC749}"/>
              </a:ext>
            </a:extLst>
          </p:cNvPr>
          <p:cNvGrpSpPr>
            <a:grpSpLocks/>
          </p:cNvGrpSpPr>
          <p:nvPr>
            <p:custDataLst>
              <p:tags r:id="rId31"/>
            </p:custDataLst>
          </p:nvPr>
        </p:nvGrpSpPr>
        <p:grpSpPr>
          <a:xfrm>
            <a:off x="386400" y="1369800"/>
            <a:ext cx="10872000" cy="4680163"/>
            <a:chOff x="386400" y="1369800"/>
            <a:chExt cx="10872000" cy="4680163"/>
          </a:xfrm>
        </p:grpSpPr>
        <p:cxnSp>
          <p:nvCxnSpPr>
            <p:cNvPr id="90" name="Straight Connector 89" hidden="1">
              <a:extLst>
                <a:ext uri="{FF2B5EF4-FFF2-40B4-BE49-F238E27FC236}">
                  <a16:creationId xmlns:a16="http://schemas.microsoft.com/office/drawing/2014/main" id="{82832892-2597-4AE7-96D4-621BF4776E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024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 hidden="1">
              <a:extLst>
                <a:ext uri="{FF2B5EF4-FFF2-40B4-BE49-F238E27FC236}">
                  <a16:creationId xmlns:a16="http://schemas.microsoft.com/office/drawing/2014/main" id="{B19210E7-8435-44B0-8CC5-E71D6BDDD7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2773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 hidden="1">
              <a:extLst>
                <a:ext uri="{FF2B5EF4-FFF2-40B4-BE49-F238E27FC236}">
                  <a16:creationId xmlns:a16="http://schemas.microsoft.com/office/drawing/2014/main" id="{39233C6B-DFD3-4832-8671-4D56EE3A8A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2305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 hidden="1">
              <a:extLst>
                <a:ext uri="{FF2B5EF4-FFF2-40B4-BE49-F238E27FC236}">
                  <a16:creationId xmlns:a16="http://schemas.microsoft.com/office/drawing/2014/main" id="{13C16988-56C0-4781-B480-F5CF0F46E93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1837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 hidden="1">
              <a:extLst>
                <a:ext uri="{FF2B5EF4-FFF2-40B4-BE49-F238E27FC236}">
                  <a16:creationId xmlns:a16="http://schemas.microsoft.com/office/drawing/2014/main" id="{E3D5CB83-557E-41D9-A7E7-CFA309C57A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1369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 hidden="1">
              <a:extLst>
                <a:ext uri="{FF2B5EF4-FFF2-40B4-BE49-F238E27FC236}">
                  <a16:creationId xmlns:a16="http://schemas.microsoft.com/office/drawing/2014/main" id="{F4B3DCB7-9BA6-446D-B8B7-A43198EFA5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3241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 hidden="1">
              <a:extLst>
                <a:ext uri="{FF2B5EF4-FFF2-40B4-BE49-F238E27FC236}">
                  <a16:creationId xmlns:a16="http://schemas.microsoft.com/office/drawing/2014/main" id="{11E9F8A6-9BF4-4D3E-8089-DD140A8AF6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3709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 hidden="1">
              <a:extLst>
                <a:ext uri="{FF2B5EF4-FFF2-40B4-BE49-F238E27FC236}">
                  <a16:creationId xmlns:a16="http://schemas.microsoft.com/office/drawing/2014/main" id="{57CB75BD-D2D9-4256-B5E7-32F489A938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4177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Connector 123" hidden="1">
              <a:extLst>
                <a:ext uri="{FF2B5EF4-FFF2-40B4-BE49-F238E27FC236}">
                  <a16:creationId xmlns:a16="http://schemas.microsoft.com/office/drawing/2014/main" id="{540868F0-DB12-4E17-B1DB-A3FFD300ED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4645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 hidden="1">
              <a:extLst>
                <a:ext uri="{FF2B5EF4-FFF2-40B4-BE49-F238E27FC236}">
                  <a16:creationId xmlns:a16="http://schemas.microsoft.com/office/drawing/2014/main" id="{A7DD42A3-FD09-4C13-8866-B56B9607FF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5113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Connector 125" hidden="1">
              <a:extLst>
                <a:ext uri="{FF2B5EF4-FFF2-40B4-BE49-F238E27FC236}">
                  <a16:creationId xmlns:a16="http://schemas.microsoft.com/office/drawing/2014/main" id="{6FBC1860-5818-42EB-AE1A-9B6D4BA032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5581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 hidden="1">
              <a:extLst>
                <a:ext uri="{FF2B5EF4-FFF2-40B4-BE49-F238E27FC236}">
                  <a16:creationId xmlns:a16="http://schemas.microsoft.com/office/drawing/2014/main" id="{982A4B0E-EF82-4FCD-B19A-D6995ACD30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6049800"/>
              <a:ext cx="10872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 hidden="1">
              <a:extLst>
                <a:ext uri="{FF2B5EF4-FFF2-40B4-BE49-F238E27FC236}">
                  <a16:creationId xmlns:a16="http://schemas.microsoft.com/office/drawing/2014/main" id="{B29B5915-F6DB-40AA-B721-690E01F833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768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 hidden="1">
              <a:extLst>
                <a:ext uri="{FF2B5EF4-FFF2-40B4-BE49-F238E27FC236}">
                  <a16:creationId xmlns:a16="http://schemas.microsoft.com/office/drawing/2014/main" id="{2A880744-6C30-4956-9500-51EBB5086C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512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 hidden="1">
              <a:extLst>
                <a:ext uri="{FF2B5EF4-FFF2-40B4-BE49-F238E27FC236}">
                  <a16:creationId xmlns:a16="http://schemas.microsoft.com/office/drawing/2014/main" id="{900AD28B-C92E-4F85-8046-E6126B7173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1256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Connector 131" hidden="1">
              <a:extLst>
                <a:ext uri="{FF2B5EF4-FFF2-40B4-BE49-F238E27FC236}">
                  <a16:creationId xmlns:a16="http://schemas.microsoft.com/office/drawing/2014/main" id="{34C33EBF-AD8E-45EA-9B82-65E12E1A2A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5000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 hidden="1">
              <a:extLst>
                <a:ext uri="{FF2B5EF4-FFF2-40B4-BE49-F238E27FC236}">
                  <a16:creationId xmlns:a16="http://schemas.microsoft.com/office/drawing/2014/main" id="{3C413DF0-6EC9-487B-B6EF-2769C7D5F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74400" y="1370013"/>
              <a:ext cx="0" cy="467995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 hidden="1">
              <a:extLst>
                <a:ext uri="{FF2B5EF4-FFF2-40B4-BE49-F238E27FC236}">
                  <a16:creationId xmlns:a16="http://schemas.microsoft.com/office/drawing/2014/main" id="{A4E2AA63-CE89-4893-A45D-7811709C5D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2488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 hidden="1">
              <a:extLst>
                <a:ext uri="{FF2B5EF4-FFF2-40B4-BE49-F238E27FC236}">
                  <a16:creationId xmlns:a16="http://schemas.microsoft.com/office/drawing/2014/main" id="{F631F5B1-A6ED-49B4-91D2-E3947FCBF4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232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Connector 135" hidden="1">
              <a:extLst>
                <a:ext uri="{FF2B5EF4-FFF2-40B4-BE49-F238E27FC236}">
                  <a16:creationId xmlns:a16="http://schemas.microsoft.com/office/drawing/2014/main" id="{E84F6276-880E-4D15-8DAF-05D51455AD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976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 hidden="1">
              <a:extLst>
                <a:ext uri="{FF2B5EF4-FFF2-40B4-BE49-F238E27FC236}">
                  <a16:creationId xmlns:a16="http://schemas.microsoft.com/office/drawing/2014/main" id="{626022CA-9F72-4133-B7B9-3E52699C0E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720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 hidden="1">
              <a:extLst>
                <a:ext uri="{FF2B5EF4-FFF2-40B4-BE49-F238E27FC236}">
                  <a16:creationId xmlns:a16="http://schemas.microsoft.com/office/drawing/2014/main" id="{42343559-BFBA-4C3E-9209-D9CAF68152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64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 hidden="1">
              <a:extLst>
                <a:ext uri="{FF2B5EF4-FFF2-40B4-BE49-F238E27FC236}">
                  <a16:creationId xmlns:a16="http://schemas.microsoft.com/office/drawing/2014/main" id="{D52F67DD-E6B8-4BCD-A1DB-A1D4A8DE8F0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1208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Connector 139" hidden="1">
              <a:extLst>
                <a:ext uri="{FF2B5EF4-FFF2-40B4-BE49-F238E27FC236}">
                  <a16:creationId xmlns:a16="http://schemas.microsoft.com/office/drawing/2014/main" id="{3172709B-D69F-47C4-AC8D-DEF42B156F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4952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 hidden="1">
              <a:extLst>
                <a:ext uri="{FF2B5EF4-FFF2-40B4-BE49-F238E27FC236}">
                  <a16:creationId xmlns:a16="http://schemas.microsoft.com/office/drawing/2014/main" id="{D26E2B03-97E1-48ED-B853-A22EDAE34F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8696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 hidden="1">
              <a:extLst>
                <a:ext uri="{FF2B5EF4-FFF2-40B4-BE49-F238E27FC236}">
                  <a16:creationId xmlns:a16="http://schemas.microsoft.com/office/drawing/2014/main" id="{81F0634A-F5A3-423C-AF13-71056C6024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40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 hidden="1">
              <a:extLst>
                <a:ext uri="{FF2B5EF4-FFF2-40B4-BE49-F238E27FC236}">
                  <a16:creationId xmlns:a16="http://schemas.microsoft.com/office/drawing/2014/main" id="{1811074E-FE7B-487A-9DC9-998D7A519F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280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 hidden="1">
              <a:extLst>
                <a:ext uri="{FF2B5EF4-FFF2-40B4-BE49-F238E27FC236}">
                  <a16:creationId xmlns:a16="http://schemas.microsoft.com/office/drawing/2014/main" id="{4B4651AB-0BCF-47DC-ACA4-AFF3274E36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536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Connector 146" hidden="1">
              <a:extLst>
                <a:ext uri="{FF2B5EF4-FFF2-40B4-BE49-F238E27FC236}">
                  <a16:creationId xmlns:a16="http://schemas.microsoft.com/office/drawing/2014/main" id="{BBAF41AC-94C0-4628-831A-7CC54CABA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92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 hidden="1">
              <a:extLst>
                <a:ext uri="{FF2B5EF4-FFF2-40B4-BE49-F238E27FC236}">
                  <a16:creationId xmlns:a16="http://schemas.microsoft.com/office/drawing/2014/main" id="{FD5FFD6B-DCBB-4D3F-8A11-8EF149657B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048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 hidden="1">
              <a:extLst>
                <a:ext uri="{FF2B5EF4-FFF2-40B4-BE49-F238E27FC236}">
                  <a16:creationId xmlns:a16="http://schemas.microsoft.com/office/drawing/2014/main" id="{DDCD2B4B-B680-4E86-BF3C-ED9D58EF6D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304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 hidden="1">
              <a:extLst>
                <a:ext uri="{FF2B5EF4-FFF2-40B4-BE49-F238E27FC236}">
                  <a16:creationId xmlns:a16="http://schemas.microsoft.com/office/drawing/2014/main" id="{330D0CD6-750F-4A2A-84CA-61391B3AD5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560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Connector 150" hidden="1">
              <a:extLst>
                <a:ext uri="{FF2B5EF4-FFF2-40B4-BE49-F238E27FC236}">
                  <a16:creationId xmlns:a16="http://schemas.microsoft.com/office/drawing/2014/main" id="{7FB36FAA-D5F8-4B20-AB85-A027356E9D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816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 hidden="1">
              <a:extLst>
                <a:ext uri="{FF2B5EF4-FFF2-40B4-BE49-F238E27FC236}">
                  <a16:creationId xmlns:a16="http://schemas.microsoft.com/office/drawing/2014/main" id="{5E7272A0-3079-4441-B0E3-1B296C406CD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072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Connector 152" hidden="1">
              <a:extLst>
                <a:ext uri="{FF2B5EF4-FFF2-40B4-BE49-F238E27FC236}">
                  <a16:creationId xmlns:a16="http://schemas.microsoft.com/office/drawing/2014/main" id="{4D6D0597-C4A4-4018-BCE6-4E5755711CB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6328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 hidden="1">
              <a:extLst>
                <a:ext uri="{FF2B5EF4-FFF2-40B4-BE49-F238E27FC236}">
                  <a16:creationId xmlns:a16="http://schemas.microsoft.com/office/drawing/2014/main" id="{DFC43681-DD86-42EE-AEBF-C399327C0EC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584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Connector 154" hidden="1">
              <a:extLst>
                <a:ext uri="{FF2B5EF4-FFF2-40B4-BE49-F238E27FC236}">
                  <a16:creationId xmlns:a16="http://schemas.microsoft.com/office/drawing/2014/main" id="{75986A3B-7D6F-4591-BFB5-C2B58A0130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840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 hidden="1">
              <a:extLst>
                <a:ext uri="{FF2B5EF4-FFF2-40B4-BE49-F238E27FC236}">
                  <a16:creationId xmlns:a16="http://schemas.microsoft.com/office/drawing/2014/main" id="{77AF5D60-6A2E-4B7A-B95B-196ED827D67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96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Connector 156" hidden="1">
              <a:extLst>
                <a:ext uri="{FF2B5EF4-FFF2-40B4-BE49-F238E27FC236}">
                  <a16:creationId xmlns:a16="http://schemas.microsoft.com/office/drawing/2014/main" id="{FB14D75C-3FC5-49E5-93C7-1E5C8D7EC3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2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 hidden="1">
              <a:extLst>
                <a:ext uri="{FF2B5EF4-FFF2-40B4-BE49-F238E27FC236}">
                  <a16:creationId xmlns:a16="http://schemas.microsoft.com/office/drawing/2014/main" id="{FA9A6FE9-C426-43BE-B7B1-1A8389C7D7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08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Connector 158" hidden="1">
              <a:extLst>
                <a:ext uri="{FF2B5EF4-FFF2-40B4-BE49-F238E27FC236}">
                  <a16:creationId xmlns:a16="http://schemas.microsoft.com/office/drawing/2014/main" id="{CA6FCDE4-C28E-402D-A221-89799E3B2B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1369800"/>
              <a:ext cx="0" cy="4680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0" name="Full Grid" hidden="1">
            <a:extLst>
              <a:ext uri="{FF2B5EF4-FFF2-40B4-BE49-F238E27FC236}">
                <a16:creationId xmlns:a16="http://schemas.microsoft.com/office/drawing/2014/main" id="{EAA655A0-4017-4B47-BA09-845E572DCC48}"/>
              </a:ext>
            </a:extLst>
          </p:cNvPr>
          <p:cNvGrpSpPr/>
          <p:nvPr>
            <p:custDataLst>
              <p:tags r:id="rId32"/>
            </p:custDataLst>
          </p:nvPr>
        </p:nvGrpSpPr>
        <p:grpSpPr>
          <a:xfrm>
            <a:off x="0" y="-70200"/>
            <a:ext cx="12367200" cy="7056000"/>
            <a:chOff x="0" y="-70200"/>
            <a:chExt cx="12367200" cy="7056000"/>
          </a:xfrm>
        </p:grpSpPr>
        <p:cxnSp>
          <p:nvCxnSpPr>
            <p:cNvPr id="301" name="Straight Connector 300" hidden="1">
              <a:extLst>
                <a:ext uri="{FF2B5EF4-FFF2-40B4-BE49-F238E27FC236}">
                  <a16:creationId xmlns:a16="http://schemas.microsoft.com/office/drawing/2014/main" id="{48218EBF-9171-4D8F-A33A-30D1A5E6E3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3241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2" name="Straight Connector 301" hidden="1">
              <a:extLst>
                <a:ext uri="{FF2B5EF4-FFF2-40B4-BE49-F238E27FC236}">
                  <a16:creationId xmlns:a16="http://schemas.microsoft.com/office/drawing/2014/main" id="{6737577C-398F-4B4C-BAB6-A13B2C2B58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024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3" name="Straight Connector 302" hidden="1">
              <a:extLst>
                <a:ext uri="{FF2B5EF4-FFF2-40B4-BE49-F238E27FC236}">
                  <a16:creationId xmlns:a16="http://schemas.microsoft.com/office/drawing/2014/main" id="{61F3BB77-6340-46D7-AAC4-E788714E87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2773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4" name="Straight Connector 303" hidden="1">
              <a:extLst>
                <a:ext uri="{FF2B5EF4-FFF2-40B4-BE49-F238E27FC236}">
                  <a16:creationId xmlns:a16="http://schemas.microsoft.com/office/drawing/2014/main" id="{C32394F9-1C60-48EC-98D6-BA6D5ED17B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2305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5" name="Straight Connector 304" hidden="1">
              <a:extLst>
                <a:ext uri="{FF2B5EF4-FFF2-40B4-BE49-F238E27FC236}">
                  <a16:creationId xmlns:a16="http://schemas.microsoft.com/office/drawing/2014/main" id="{D2147D71-1001-4518-8300-8371652050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1837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6" name="Straight Connector 305" hidden="1">
              <a:extLst>
                <a:ext uri="{FF2B5EF4-FFF2-40B4-BE49-F238E27FC236}">
                  <a16:creationId xmlns:a16="http://schemas.microsoft.com/office/drawing/2014/main" id="{B52B5DD3-B80E-46A0-9CDD-F9D40A5CCB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1369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7" name="Straight Connector 306" hidden="1">
              <a:extLst>
                <a:ext uri="{FF2B5EF4-FFF2-40B4-BE49-F238E27FC236}">
                  <a16:creationId xmlns:a16="http://schemas.microsoft.com/office/drawing/2014/main" id="{DA719995-0220-4BB2-8CE9-727CB2069D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901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8" name="Straight Connector 307" hidden="1">
              <a:extLst>
                <a:ext uri="{FF2B5EF4-FFF2-40B4-BE49-F238E27FC236}">
                  <a16:creationId xmlns:a16="http://schemas.microsoft.com/office/drawing/2014/main" id="{CB93CB15-9DE5-4A05-ACB3-BD91B4568D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433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9" name="Straight Connector 308" hidden="1">
              <a:extLst>
                <a:ext uri="{FF2B5EF4-FFF2-40B4-BE49-F238E27FC236}">
                  <a16:creationId xmlns:a16="http://schemas.microsoft.com/office/drawing/2014/main" id="{D4F309E9-DB74-430C-A0E2-5F8AE956D9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-342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0" name="Straight Connector 309" hidden="1">
              <a:extLst>
                <a:ext uri="{FF2B5EF4-FFF2-40B4-BE49-F238E27FC236}">
                  <a16:creationId xmlns:a16="http://schemas.microsoft.com/office/drawing/2014/main" id="{A8873914-8F40-4E54-9099-FB5894910A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3241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1" name="Straight Connector 310" hidden="1">
              <a:extLst>
                <a:ext uri="{FF2B5EF4-FFF2-40B4-BE49-F238E27FC236}">
                  <a16:creationId xmlns:a16="http://schemas.microsoft.com/office/drawing/2014/main" id="{324289DE-E0F8-4EDF-8B72-39BDB17E12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3709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Straight Connector 311" hidden="1">
              <a:extLst>
                <a:ext uri="{FF2B5EF4-FFF2-40B4-BE49-F238E27FC236}">
                  <a16:creationId xmlns:a16="http://schemas.microsoft.com/office/drawing/2014/main" id="{48D09DFF-3AC1-4238-A369-3803F5127C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4177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3" name="Straight Connector 312" hidden="1">
              <a:extLst>
                <a:ext uri="{FF2B5EF4-FFF2-40B4-BE49-F238E27FC236}">
                  <a16:creationId xmlns:a16="http://schemas.microsoft.com/office/drawing/2014/main" id="{5FBC1CD0-5D1F-458C-86D1-49C908FDF4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4645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" name="Straight Connector 313" hidden="1">
              <a:extLst>
                <a:ext uri="{FF2B5EF4-FFF2-40B4-BE49-F238E27FC236}">
                  <a16:creationId xmlns:a16="http://schemas.microsoft.com/office/drawing/2014/main" id="{817E8046-BB5A-4AAF-BB94-F80CBF2CBC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5113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Straight Connector 314" hidden="1">
              <a:extLst>
                <a:ext uri="{FF2B5EF4-FFF2-40B4-BE49-F238E27FC236}">
                  <a16:creationId xmlns:a16="http://schemas.microsoft.com/office/drawing/2014/main" id="{E58CCB74-4B3A-4398-8878-75D153D312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5581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6" name="Straight Connector 315" hidden="1">
              <a:extLst>
                <a:ext uri="{FF2B5EF4-FFF2-40B4-BE49-F238E27FC236}">
                  <a16:creationId xmlns:a16="http://schemas.microsoft.com/office/drawing/2014/main" id="{033D2289-FEDB-4F0D-8850-03176839BBD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6049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Straight Connector 316" hidden="1">
              <a:extLst>
                <a:ext uri="{FF2B5EF4-FFF2-40B4-BE49-F238E27FC236}">
                  <a16:creationId xmlns:a16="http://schemas.microsoft.com/office/drawing/2014/main" id="{6FA0C498-337E-4BE4-86D5-0B5AA7FDAF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6517800"/>
              <a:ext cx="123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8" name="Straight Connector 317" hidden="1">
              <a:extLst>
                <a:ext uri="{FF2B5EF4-FFF2-40B4-BE49-F238E27FC236}">
                  <a16:creationId xmlns:a16="http://schemas.microsoft.com/office/drawing/2014/main" id="{511FCAB4-B04C-4B4F-8C2C-3777519DA7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768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9" name="Straight Connector 318" hidden="1">
              <a:extLst>
                <a:ext uri="{FF2B5EF4-FFF2-40B4-BE49-F238E27FC236}">
                  <a16:creationId xmlns:a16="http://schemas.microsoft.com/office/drawing/2014/main" id="{540E4E6F-888E-47F6-A35B-46E6BDB233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512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0" name="Straight Connector 319" hidden="1">
              <a:extLst>
                <a:ext uri="{FF2B5EF4-FFF2-40B4-BE49-F238E27FC236}">
                  <a16:creationId xmlns:a16="http://schemas.microsoft.com/office/drawing/2014/main" id="{8D783BB6-4F64-4BA0-8CB5-576365009A5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1256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1" name="Straight Connector 320" hidden="1">
              <a:extLst>
                <a:ext uri="{FF2B5EF4-FFF2-40B4-BE49-F238E27FC236}">
                  <a16:creationId xmlns:a16="http://schemas.microsoft.com/office/drawing/2014/main" id="{2FB8091E-B86B-40C7-B438-5A8DAF3F37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5000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2" name="Straight Connector 321" hidden="1">
              <a:extLst>
                <a:ext uri="{FF2B5EF4-FFF2-40B4-BE49-F238E27FC236}">
                  <a16:creationId xmlns:a16="http://schemas.microsoft.com/office/drawing/2014/main" id="{1C622E4C-DE1D-4D72-950C-F6F7F503C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744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3" name="Straight Connector 322" hidden="1">
              <a:extLst>
                <a:ext uri="{FF2B5EF4-FFF2-40B4-BE49-F238E27FC236}">
                  <a16:creationId xmlns:a16="http://schemas.microsoft.com/office/drawing/2014/main" id="{E85C9C77-EDDE-4053-851F-97775DB15B3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2488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4" name="Straight Connector 323" hidden="1">
              <a:extLst>
                <a:ext uri="{FF2B5EF4-FFF2-40B4-BE49-F238E27FC236}">
                  <a16:creationId xmlns:a16="http://schemas.microsoft.com/office/drawing/2014/main" id="{EDE7F48D-D148-4BD3-9B5A-E908218949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232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5" name="Straight Connector 324" hidden="1">
              <a:extLst>
                <a:ext uri="{FF2B5EF4-FFF2-40B4-BE49-F238E27FC236}">
                  <a16:creationId xmlns:a16="http://schemas.microsoft.com/office/drawing/2014/main" id="{8119006E-21FF-40D5-AD9A-E735C49E71D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976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6" name="Straight Connector 325" hidden="1">
              <a:extLst>
                <a:ext uri="{FF2B5EF4-FFF2-40B4-BE49-F238E27FC236}">
                  <a16:creationId xmlns:a16="http://schemas.microsoft.com/office/drawing/2014/main" id="{FF71DEC0-BA85-47AC-9B05-C43CBFEA95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720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7" name="Straight Connector 326" hidden="1">
              <a:extLst>
                <a:ext uri="{FF2B5EF4-FFF2-40B4-BE49-F238E27FC236}">
                  <a16:creationId xmlns:a16="http://schemas.microsoft.com/office/drawing/2014/main" id="{4995F406-2D81-4563-A04C-156ED74282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64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8" name="Straight Connector 327" hidden="1">
              <a:extLst>
                <a:ext uri="{FF2B5EF4-FFF2-40B4-BE49-F238E27FC236}">
                  <a16:creationId xmlns:a16="http://schemas.microsoft.com/office/drawing/2014/main" id="{71FB6C91-9BEA-4E57-B92F-4BE3DAC3B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1208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9" name="Straight Connector 328" hidden="1">
              <a:extLst>
                <a:ext uri="{FF2B5EF4-FFF2-40B4-BE49-F238E27FC236}">
                  <a16:creationId xmlns:a16="http://schemas.microsoft.com/office/drawing/2014/main" id="{AAF24AF1-EEAD-4D90-965C-9AE126504A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4952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0" name="Straight Connector 329" hidden="1">
              <a:extLst>
                <a:ext uri="{FF2B5EF4-FFF2-40B4-BE49-F238E27FC236}">
                  <a16:creationId xmlns:a16="http://schemas.microsoft.com/office/drawing/2014/main" id="{2BE91DA1-C8BE-44DC-8452-324FE5B387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8696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1" name="Straight Connector 330" hidden="1">
              <a:extLst>
                <a:ext uri="{FF2B5EF4-FFF2-40B4-BE49-F238E27FC236}">
                  <a16:creationId xmlns:a16="http://schemas.microsoft.com/office/drawing/2014/main" id="{B57928EE-5A2E-47A4-86C8-8E08B795D6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40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2" name="Straight Connector 331" hidden="1">
              <a:extLst>
                <a:ext uri="{FF2B5EF4-FFF2-40B4-BE49-F238E27FC236}">
                  <a16:creationId xmlns:a16="http://schemas.microsoft.com/office/drawing/2014/main" id="{90817F6C-93C7-4A2F-844D-EEC0864B49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6184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3" name="Straight Connector 332" hidden="1">
              <a:extLst>
                <a:ext uri="{FF2B5EF4-FFF2-40B4-BE49-F238E27FC236}">
                  <a16:creationId xmlns:a16="http://schemas.microsoft.com/office/drawing/2014/main" id="{A824F516-3C62-4A83-8A2F-C597C145853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928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4" name="Straight Connector 333" hidden="1">
              <a:extLst>
                <a:ext uri="{FF2B5EF4-FFF2-40B4-BE49-F238E27FC236}">
                  <a16:creationId xmlns:a16="http://schemas.microsoft.com/office/drawing/2014/main" id="{575C7B0F-53E6-404C-A096-E20F0508EB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280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5" name="Straight Connector 334" hidden="1">
              <a:extLst>
                <a:ext uri="{FF2B5EF4-FFF2-40B4-BE49-F238E27FC236}">
                  <a16:creationId xmlns:a16="http://schemas.microsoft.com/office/drawing/2014/main" id="{EEBDA4A6-D35F-4D08-87C9-B93A6EAF40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536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6" name="Straight Connector 335" hidden="1">
              <a:extLst>
                <a:ext uri="{FF2B5EF4-FFF2-40B4-BE49-F238E27FC236}">
                  <a16:creationId xmlns:a16="http://schemas.microsoft.com/office/drawing/2014/main" id="{627F72B9-76BF-4391-9BC9-E3B85369D8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92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7" name="Straight Connector 336" hidden="1">
              <a:extLst>
                <a:ext uri="{FF2B5EF4-FFF2-40B4-BE49-F238E27FC236}">
                  <a16:creationId xmlns:a16="http://schemas.microsoft.com/office/drawing/2014/main" id="{F31F1370-C081-4B29-83D7-DB2A4E73AC1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048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8" name="Straight Connector 337" hidden="1">
              <a:extLst>
                <a:ext uri="{FF2B5EF4-FFF2-40B4-BE49-F238E27FC236}">
                  <a16:creationId xmlns:a16="http://schemas.microsoft.com/office/drawing/2014/main" id="{DB23C504-C3EB-442F-81C4-06CEFB43D0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304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9" name="Straight Connector 338" hidden="1">
              <a:extLst>
                <a:ext uri="{FF2B5EF4-FFF2-40B4-BE49-F238E27FC236}">
                  <a16:creationId xmlns:a16="http://schemas.microsoft.com/office/drawing/2014/main" id="{8F2E88F4-224A-4DF8-A1AD-E99EE2D28B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560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0" name="Straight Connector 339" hidden="1">
              <a:extLst>
                <a:ext uri="{FF2B5EF4-FFF2-40B4-BE49-F238E27FC236}">
                  <a16:creationId xmlns:a16="http://schemas.microsoft.com/office/drawing/2014/main" id="{C5EAE255-8630-4283-BDD8-6EE7C540D9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816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1" name="Straight Connector 340" hidden="1">
              <a:extLst>
                <a:ext uri="{FF2B5EF4-FFF2-40B4-BE49-F238E27FC236}">
                  <a16:creationId xmlns:a16="http://schemas.microsoft.com/office/drawing/2014/main" id="{A561162D-47AF-4E01-B81F-CD78A03E1BD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072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2" name="Straight Connector 341" hidden="1">
              <a:extLst>
                <a:ext uri="{FF2B5EF4-FFF2-40B4-BE49-F238E27FC236}">
                  <a16:creationId xmlns:a16="http://schemas.microsoft.com/office/drawing/2014/main" id="{2C20074D-4C49-46CB-9931-819778D38C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6328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3" name="Straight Connector 342" hidden="1">
              <a:extLst>
                <a:ext uri="{FF2B5EF4-FFF2-40B4-BE49-F238E27FC236}">
                  <a16:creationId xmlns:a16="http://schemas.microsoft.com/office/drawing/2014/main" id="{062FA2EE-A4D8-4A37-BB39-9A8A23ABE2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584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4" name="Straight Connector 343" hidden="1">
              <a:extLst>
                <a:ext uri="{FF2B5EF4-FFF2-40B4-BE49-F238E27FC236}">
                  <a16:creationId xmlns:a16="http://schemas.microsoft.com/office/drawing/2014/main" id="{6C661B57-DBAB-41A7-B2AC-C814132D30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840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5" name="Straight Connector 344" hidden="1">
              <a:extLst>
                <a:ext uri="{FF2B5EF4-FFF2-40B4-BE49-F238E27FC236}">
                  <a16:creationId xmlns:a16="http://schemas.microsoft.com/office/drawing/2014/main" id="{209F4A46-4D75-4F8F-88B9-BE8F6A463C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96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6" name="Straight Connector 345" hidden="1">
              <a:extLst>
                <a:ext uri="{FF2B5EF4-FFF2-40B4-BE49-F238E27FC236}">
                  <a16:creationId xmlns:a16="http://schemas.microsoft.com/office/drawing/2014/main" id="{01FB4020-8697-49A5-812E-93760AA24D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352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7" name="Straight Connector 346" hidden="1">
              <a:extLst>
                <a:ext uri="{FF2B5EF4-FFF2-40B4-BE49-F238E27FC236}">
                  <a16:creationId xmlns:a16="http://schemas.microsoft.com/office/drawing/2014/main" id="{AB981469-9BFE-432D-A134-6F34C8ECD1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08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8" name="Straight Connector 347" hidden="1">
              <a:extLst>
                <a:ext uri="{FF2B5EF4-FFF2-40B4-BE49-F238E27FC236}">
                  <a16:creationId xmlns:a16="http://schemas.microsoft.com/office/drawing/2014/main" id="{64F910DD-E3AB-4094-BD87-390D1948619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64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9" name="Straight Connector 348" hidden="1">
              <a:extLst>
                <a:ext uri="{FF2B5EF4-FFF2-40B4-BE49-F238E27FC236}">
                  <a16:creationId xmlns:a16="http://schemas.microsoft.com/office/drawing/2014/main" id="{8172B6B2-B6E9-42F2-9E21-D99612FECB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672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0" name="Straight Connector 349" hidden="1">
              <a:extLst>
                <a:ext uri="{FF2B5EF4-FFF2-40B4-BE49-F238E27FC236}">
                  <a16:creationId xmlns:a16="http://schemas.microsoft.com/office/drawing/2014/main" id="{FF9B3914-70C1-4B52-B02C-76628BFC9B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00" y="-70200"/>
              <a:ext cx="0" cy="705600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1" name="Straight Connector 350" hidden="1">
              <a:extLst>
                <a:ext uri="{FF2B5EF4-FFF2-40B4-BE49-F238E27FC236}">
                  <a16:creationId xmlns:a16="http://schemas.microsoft.com/office/drawing/2014/main" id="{FFD30D47-D357-4EF4-A460-4DCBFC957D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985800"/>
              <a:ext cx="123672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 useBgFill="1">
        <p:nvSpPr>
          <p:cNvPr id="3" name="Title Placeholder">
            <a:extLst>
              <a:ext uri="{FF2B5EF4-FFF2-40B4-BE49-F238E27FC236}">
                <a16:creationId xmlns:a16="http://schemas.microsoft.com/office/drawing/2014/main" id="{6204A2EB-1C19-4C64-81DC-1BDFEC05E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4" y="433388"/>
            <a:ext cx="10858500" cy="372967"/>
          </a:xfrm>
          <a:prstGeom prst="rect">
            <a:avLst/>
          </a:prstGeom>
        </p:spPr>
        <p:txBody>
          <a:bodyPr vert="horz" wrap="square" lIns="0" tIns="3600" rIns="0" bIns="0" rtlCol="0" anchor="t">
            <a:sp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Text Placeholder">
            <a:extLst>
              <a:ext uri="{FF2B5EF4-FFF2-40B4-BE49-F238E27FC236}">
                <a16:creationId xmlns:a16="http://schemas.microsoft.com/office/drawing/2014/main" id="{EDC0CEFE-B93D-446C-A98D-4EBC1C91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5764" y="1370012"/>
            <a:ext cx="10858500" cy="46799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8" name="Date Placeholder">
            <a:extLst>
              <a:ext uri="{FF2B5EF4-FFF2-40B4-BE49-F238E27FC236}">
                <a16:creationId xmlns:a16="http://schemas.microsoft.com/office/drawing/2014/main" id="{A27FC136-A26A-487A-91EC-E1BE2A7C6D4D}"/>
              </a:ext>
            </a:extLst>
          </p:cNvPr>
          <p:cNvSpPr>
            <a:spLocks noGrp="1"/>
          </p:cNvSpPr>
          <p:nvPr>
            <p:ph type="dt" sz="half" idx="8"/>
          </p:nvPr>
        </p:nvSpPr>
        <p:spPr>
          <a:xfrm>
            <a:off x="1135064" y="6518273"/>
            <a:ext cx="1076536" cy="139926"/>
          </a:xfrm>
          <a:prstGeom prst="rect">
            <a:avLst/>
          </a:prstGeom>
        </p:spPr>
        <p:txBody>
          <a:bodyPr vert="horz" lIns="0" tIns="187200" rIns="0" bIns="0" rtlCol="0" anchor="b"/>
          <a:lstStyle>
            <a:lvl1pPr>
              <a:defRPr lang="en-US" sz="700"/>
            </a:lvl1pPr>
          </a:lstStyle>
          <a:p>
            <a:pPr>
              <a:lnSpc>
                <a:spcPct val="110000"/>
              </a:lnSpc>
              <a:spcAft>
                <a:spcPts val="0"/>
              </a:spcAft>
            </a:pPr>
            <a:fld id="{DDEC559E-07BB-4B63-8C94-01E860D56791}" type="datetime4">
              <a:rPr lang="en-US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C89210A-FBD5-42AA-9FDB-36CC54C9FD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1200" y="6518273"/>
            <a:ext cx="655199" cy="139701"/>
          </a:xfrm>
          <a:prstGeom prst="rect">
            <a:avLst/>
          </a:prstGeom>
        </p:spPr>
        <p:txBody>
          <a:bodyPr vert="horz" lIns="0" tIns="187200" rIns="7200" bIns="0" rtlCol="0" anchor="b"/>
          <a:lstStyle>
            <a:lvl1pPr>
              <a:defRPr lang="en-US" sz="700"/>
            </a:lvl1pPr>
          </a:lstStyle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 lang="en-US"/>
              <a:pPr algn="r">
                <a:lnSpc>
                  <a:spcPct val="110000"/>
                </a:lnSpc>
                <a:spcAft>
                  <a:spcPts val="0"/>
                </a:spcAft>
              </a:pPr>
              <a:t>‹#›</a:t>
            </a:fld>
            <a:endParaRPr lang="en-US"/>
          </a:p>
        </p:txBody>
      </p:sp>
      <p:sp>
        <p:nvSpPr>
          <p:cNvPr id="102" name="empower - DO NOT DELETE!!!" hidden="1">
            <a:extLst>
              <a:ext uri="{FF2B5EF4-FFF2-40B4-BE49-F238E27FC236}">
                <a16:creationId xmlns:a16="http://schemas.microsoft.com/office/drawing/2014/main" id="{FED25113-06BE-4303-8C56-C7ECFD0C1D96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3" name="Note Footer" hidden="1">
            <a:extLst>
              <a:ext uri="{FF2B5EF4-FFF2-40B4-BE49-F238E27FC236}">
                <a16:creationId xmlns:a16="http://schemas.microsoft.com/office/drawing/2014/main" id="{874FC37C-0743-4F3A-A2FA-52CD313C8FD2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-3170400" y="22636"/>
            <a:ext cx="2901600" cy="2376764"/>
          </a:xfrm>
          <a:prstGeom prst="rect">
            <a:avLst/>
          </a:prstGeom>
          <a:gradFill flip="none" rotWithShape="1">
            <a:gsLst>
              <a:gs pos="1000">
                <a:srgbClr val="0D26AC"/>
              </a:gs>
              <a:gs pos="99000">
                <a:srgbClr val="009FDE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88000" rIns="288000" bIns="288000" rtlCol="0" anchor="t"/>
          <a:lstStyle/>
          <a:p>
            <a:pPr algn="l"/>
            <a:r>
              <a:rPr lang="en-US" sz="1200" b="1"/>
              <a:t>Add image</a:t>
            </a:r>
          </a:p>
          <a:p>
            <a:pPr algn="l"/>
            <a:r>
              <a:rPr lang="en-US" sz="1200"/>
              <a:t>To add an image to this slide you can drag an image to the slide. Or click the icon to select the image.</a:t>
            </a:r>
          </a:p>
          <a:p>
            <a:pPr algn="l"/>
            <a:r>
              <a:rPr lang="en-US" sz="1200"/>
              <a:t>If you want to reposition the image right click it and select Crop. Now you can use the round handles to change the size or drag the image to reposition it.</a:t>
            </a:r>
          </a:p>
        </p:txBody>
      </p:sp>
      <p:sp>
        <p:nvSpPr>
          <p:cNvPr id="104" name="Note Image" hidden="1">
            <a:extLst>
              <a:ext uri="{FF2B5EF4-FFF2-40B4-BE49-F238E27FC236}">
                <a16:creationId xmlns:a16="http://schemas.microsoft.com/office/drawing/2014/main" id="{490EDF33-79D6-42D6-A539-7968E42924EA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-3170400" y="4892400"/>
            <a:ext cx="2901600" cy="1965600"/>
          </a:xfrm>
          <a:prstGeom prst="rect">
            <a:avLst/>
          </a:prstGeom>
          <a:gradFill flip="none" rotWithShape="1">
            <a:gsLst>
              <a:gs pos="1000">
                <a:srgbClr val="0D26AC"/>
              </a:gs>
              <a:gs pos="99000">
                <a:srgbClr val="009FDE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88000" rIns="288000" bIns="288000" rtlCol="0" anchor="ctr"/>
          <a:lstStyle/>
          <a:p>
            <a:pPr algn="l"/>
            <a:r>
              <a:rPr lang="en-US" sz="1200" b="1"/>
              <a:t>Add footer</a:t>
            </a:r>
          </a:p>
          <a:p>
            <a:pPr algn="l"/>
            <a:r>
              <a:rPr lang="en-US" sz="1200"/>
              <a:t>You can edit the footer (e.g. presentation description, date) using the slide via the </a:t>
            </a:r>
            <a:r>
              <a:rPr lang="en-US" sz="1200" b="1"/>
              <a:t>empower(R) presentation settings.</a:t>
            </a:r>
          </a:p>
          <a:p>
            <a:pPr algn="l"/>
            <a:r>
              <a:rPr lang="en-US" sz="1200"/>
              <a:t>Select and set the elements you want to show on either one or all slides.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F629C-9AF9-4125-871F-9B5251005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58400" y="6518277"/>
            <a:ext cx="8985600" cy="139924"/>
          </a:xfrm>
          <a:prstGeom prst="rect">
            <a:avLst/>
          </a:prstGeom>
        </p:spPr>
        <p:txBody>
          <a:bodyPr vert="horz" lIns="0" tIns="187200" rIns="0" bIns="0" rtlCol="0" anchor="b"/>
          <a:lstStyle>
            <a:lvl1pPr>
              <a:defRPr lang="en-US" sz="700"/>
            </a:lvl1pPr>
          </a:lstStyle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7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0761AAA4-7207-9712-7658-745724BAFA51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 defTabSz="3744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1784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/>
  <p:txStyles>
    <p:titleStyle>
      <a:lvl1pPr algn="l" defTabSz="374400" rtl="0" eaLnBrk="1" latinLnBrk="0" hangingPunct="1">
        <a:lnSpc>
          <a:spcPct val="100000"/>
        </a:lnSpc>
        <a:spcBef>
          <a:spcPct val="0"/>
        </a:spcBef>
        <a:spcAft>
          <a:spcPts val="737"/>
        </a:spcAft>
        <a:buNone/>
        <a:defRPr sz="24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37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39725" indent="-339725" algn="l" defTabSz="37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568325" indent="-228600" algn="l" defTabSz="37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1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532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76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100"/>
        </a:spcAft>
        <a:buSzPct val="90000"/>
        <a:buFont typeface="Arial" panose="020B0604020202020204" pitchFamily="34" charset="0"/>
        <a:buChar char="•"/>
        <a:defRPr sz="1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4220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64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9908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7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37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37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37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5688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1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532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76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100"/>
        </a:spcAft>
        <a:buSzPct val="90000"/>
        <a:buFont typeface="Arial" panose="020B0604020202020204" pitchFamily="34" charset="0"/>
        <a:buChar char="•"/>
        <a:defRPr sz="1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4220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64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990800" indent="-284400" algn="l" defTabSz="374400" rtl="0" eaLnBrk="1" latinLnBrk="0" hangingPunct="1">
        <a:lnSpc>
          <a:spcPct val="100000"/>
        </a:lnSpc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7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37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tags" Target="../tags/tag13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27.xml"/><Relationship Id="rId11" Type="http://schemas.openxmlformats.org/officeDocument/2006/relationships/image" Target="../media/image4.svg"/><Relationship Id="rId5" Type="http://schemas.openxmlformats.org/officeDocument/2006/relationships/tags" Target="../tags/tag15.xml"/><Relationship Id="rId10" Type="http://schemas.openxmlformats.org/officeDocument/2006/relationships/image" Target="../media/image3.svg"/><Relationship Id="rId4" Type="http://schemas.openxmlformats.org/officeDocument/2006/relationships/tags" Target="../tags/tag14.xml"/><Relationship Id="rId9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nl.wikipedia.org/wiki/Vlag_van_de_Verenigde_Staten" TargetMode="External"/><Relationship Id="rId3" Type="http://schemas.openxmlformats.org/officeDocument/2006/relationships/image" Target="../media/image9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s.uncyclomedia.org/wiki/Image:Taiwan.svg" TargetMode="External"/><Relationship Id="rId5" Type="http://schemas.openxmlformats.org/officeDocument/2006/relationships/image" Target="../media/image10.png"/><Relationship Id="rId10" Type="http://schemas.openxmlformats.org/officeDocument/2006/relationships/hyperlink" Target="https://en.wikipedia.org/wiki/File:Flag_of_the_Netherlands.svg" TargetMode="External"/><Relationship Id="rId4" Type="http://schemas.openxmlformats.org/officeDocument/2006/relationships/hyperlink" Target="https://www.publicdomainpictures.net/view-image.php?image=331505&amp;picture=vlajka-nemecka" TargetMode="Externa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1A955-CFC4-4F04-83D3-B7228211B3DB}"/>
              </a:ext>
            </a:extLst>
          </p:cNvPr>
          <p:cNvSpPr>
            <a:spLocks noGrp="1"/>
          </p:cNvSpPr>
          <p:nvPr>
            <p:ph type="ftr" sz="quarter" idx="9"/>
          </p:nvPr>
        </p:nvSpPr>
        <p:spPr>
          <a:xfrm>
            <a:off x="12182947" y="6848947"/>
            <a:ext cx="0" cy="0"/>
          </a:xfrm>
        </p:spPr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EAA70-3028-435F-B1FC-D31DD21790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182947" y="6848947"/>
            <a:ext cx="0" cy="0"/>
          </a:xfrm>
        </p:spPr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2218858-49EA-4BF8-8EFE-B88A4580565A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FA7A119-91B3-4EF8-8BAA-ABA30524E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5325" y="1557179"/>
            <a:ext cx="6876908" cy="422939"/>
          </a:xfrm>
        </p:spPr>
        <p:txBody>
          <a:bodyPr/>
          <a:lstStyle/>
          <a:p>
            <a:r>
              <a:rPr lang="nl-NL"/>
              <a:t>Key Users </a:t>
            </a:r>
            <a:r>
              <a:rPr lang="nl-NL" err="1"/>
              <a:t>within</a:t>
            </a:r>
            <a:r>
              <a:rPr lang="nl-NL"/>
              <a:t> Manufacturing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8D2F8F6-D39E-421C-9E1D-A0E9BFFD961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504799" y="5381983"/>
            <a:ext cx="5850000" cy="231201"/>
          </a:xfrm>
        </p:spPr>
        <p:txBody>
          <a:bodyPr/>
          <a:lstStyle/>
          <a:p>
            <a:r>
              <a:rPr lang="nl-NL"/>
              <a:t>Jordy van Os and Loes Bekker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10F3688-3D64-41CE-9799-8D7464E0D0C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504799" y="5615893"/>
            <a:ext cx="5850000" cy="233910"/>
          </a:xfrm>
        </p:spPr>
        <p:txBody>
          <a:bodyPr/>
          <a:lstStyle/>
          <a:p>
            <a:r>
              <a:rPr lang="nl-NL"/>
              <a:t>Business Engineers – GMF MS Means and Methods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13D0E2B-4147-4A92-93E9-4BF7D07B2FB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504799" y="6317893"/>
            <a:ext cx="5850000" cy="23391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nl-NL"/>
              <a:t>Veldhoven, The Netherlands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B3B1B1E-8EDF-4CB0-90F2-B82E438C177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9CA04-15E2-4EA1-BC06-208124904FF1}"/>
              </a:ext>
            </a:extLst>
          </p:cNvPr>
          <p:cNvSpPr>
            <a:spLocks noGrp="1"/>
          </p:cNvSpPr>
          <p:nvPr>
            <p:ph type="dt" sz="half" idx="8"/>
          </p:nvPr>
        </p:nvSpPr>
        <p:spPr>
          <a:xfrm>
            <a:off x="4505325" y="5894955"/>
            <a:ext cx="5849475" cy="422938"/>
          </a:xfrm>
        </p:spPr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fld id="{63DDB710-0227-4EAB-8159-7458BF5EFB73}" type="datetime4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l" defTabSz="37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ClrTx/>
                <a:buSzTx/>
                <a:buFontTx/>
                <a:buNone/>
                <a:tabLst/>
                <a:defRPr/>
              </a:pPr>
              <a:t>April 23, 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2E64EA7A-F94A-5F29-4105-13D0D878878B}"/>
              </a:ext>
            </a:extLst>
          </p:cNvPr>
          <p:cNvSpPr txBox="1">
            <a:spLocks/>
          </p:cNvSpPr>
          <p:nvPr/>
        </p:nvSpPr>
        <p:spPr>
          <a:xfrm>
            <a:off x="4505788" y="2131996"/>
            <a:ext cx="5849475" cy="3508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3744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 sz="32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IT(-</a:t>
            </a:r>
            <a:r>
              <a:rPr kumimoji="0" lang="nl-NL" sz="24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managed</a:t>
            </a:r>
            <a:r>
              <a:rPr kumimoji="0" lang="nl-NL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) </a:t>
            </a:r>
            <a:r>
              <a:rPr kumimoji="0" lang="nl-NL" sz="24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applications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7C3CDD0-D452-19E1-0B86-C66C0BD1A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4799" y="2640894"/>
            <a:ext cx="5849475" cy="371784"/>
          </a:xfrm>
        </p:spPr>
        <p:txBody>
          <a:bodyPr/>
          <a:lstStyle/>
          <a:p>
            <a:r>
              <a:rPr lang="nl-NL"/>
              <a:t>Persona-</a:t>
            </a:r>
            <a:r>
              <a:rPr lang="nl-NL" err="1"/>
              <a:t>based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871014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40CE2970-2A19-407E-A328-5ACE527E3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4" y="433388"/>
            <a:ext cx="10858500" cy="372967"/>
          </a:xfrm>
        </p:spPr>
        <p:txBody>
          <a:bodyPr/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Key User to bridge the gap between end users and IT</a:t>
            </a:r>
            <a:endParaRPr lang="nl-NL"/>
          </a:p>
        </p:txBody>
      </p:sp>
      <p:sp>
        <p:nvSpPr>
          <p:cNvPr id="22" name="Right Arrow 1">
            <a:extLst>
              <a:ext uri="{FF2B5EF4-FFF2-40B4-BE49-F238E27FC236}">
                <a16:creationId xmlns:a16="http://schemas.microsoft.com/office/drawing/2014/main" id="{4C61240F-0ABA-4C67-8E6A-10B6DE22D293}"/>
              </a:ext>
            </a:extLst>
          </p:cNvPr>
          <p:cNvSpPr/>
          <p:nvPr/>
        </p:nvSpPr>
        <p:spPr>
          <a:xfrm>
            <a:off x="385764" y="2061169"/>
            <a:ext cx="10858500" cy="466853"/>
          </a:xfrm>
          <a:prstGeom prst="rightArrow">
            <a:avLst>
              <a:gd name="adj1" fmla="val 100000"/>
              <a:gd name="adj2" fmla="val 55970"/>
            </a:avLst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endParaRPr kumimoji="0" lang="nl-NL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4" name="Traan 14">
            <a:extLst>
              <a:ext uri="{FF2B5EF4-FFF2-40B4-BE49-F238E27FC236}">
                <a16:creationId xmlns:a16="http://schemas.microsoft.com/office/drawing/2014/main" id="{6FE87E0F-6DE7-4F5D-B23D-DCB7BD3FD780}"/>
              </a:ext>
            </a:extLst>
          </p:cNvPr>
          <p:cNvSpPr/>
          <p:nvPr/>
        </p:nvSpPr>
        <p:spPr>
          <a:xfrm rot="8100000">
            <a:off x="1126676" y="1718526"/>
            <a:ext cx="1170000" cy="1184400"/>
          </a:xfrm>
          <a:prstGeom prst="teardrop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5" name="Ovaal 15">
            <a:extLst>
              <a:ext uri="{FF2B5EF4-FFF2-40B4-BE49-F238E27FC236}">
                <a16:creationId xmlns:a16="http://schemas.microsoft.com/office/drawing/2014/main" id="{BCB96134-5485-4271-97E6-24A4A7121AEF}"/>
              </a:ext>
            </a:extLst>
          </p:cNvPr>
          <p:cNvSpPr>
            <a:spLocks noChangeAspect="1"/>
          </p:cNvSpPr>
          <p:nvPr/>
        </p:nvSpPr>
        <p:spPr>
          <a:xfrm>
            <a:off x="1245476" y="1839799"/>
            <a:ext cx="932400" cy="932400"/>
          </a:xfrm>
          <a:prstGeom prst="ellipse">
            <a:avLst/>
          </a:prstGeom>
          <a:solidFill>
            <a:schemeClr val="bg1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766977-F033-4680-8FF2-8CFEC68A638E}"/>
              </a:ext>
            </a:extLst>
          </p:cNvPr>
          <p:cNvGrpSpPr/>
          <p:nvPr/>
        </p:nvGrpSpPr>
        <p:grpSpPr>
          <a:xfrm>
            <a:off x="388665" y="3240676"/>
            <a:ext cx="2651826" cy="1664814"/>
            <a:chOff x="385763" y="4272274"/>
            <a:chExt cx="2651826" cy="177752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B89C85A-227B-49D6-95E3-19D3B5FC7E06}"/>
                </a:ext>
              </a:extLst>
            </p:cNvPr>
            <p:cNvSpPr>
              <a:spLocks/>
            </p:cNvSpPr>
            <p:nvPr/>
          </p:nvSpPr>
          <p:spPr>
            <a:xfrm>
              <a:off x="385763" y="4272274"/>
              <a:ext cx="2651825" cy="420326"/>
            </a:xfrm>
            <a:prstGeom prst="rect">
              <a:avLst/>
            </a:prstGeom>
            <a:solidFill>
              <a:schemeClr val="accent1"/>
            </a:solidFill>
            <a:ln w="19050" cap="flat" cmpd="sng" algn="ctr">
              <a:noFill/>
              <a:prstDash val="solid"/>
              <a:miter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/>
                  </a:solidFill>
                  <a:prstDash val="solid"/>
                  <a:miter/>
                </a14:hiddenLine>
              </a:ext>
            </a:extLst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icrosoft JhengHei"/>
                  <a:cs typeface="Arial"/>
                </a:rPr>
                <a:t>Inform</a:t>
              </a:r>
              <a:endPara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5E94FD0-FCE6-4511-BF9B-96CCEECCEB53}"/>
                </a:ext>
              </a:extLst>
            </p:cNvPr>
            <p:cNvSpPr>
              <a:spLocks/>
            </p:cNvSpPr>
            <p:nvPr/>
          </p:nvSpPr>
          <p:spPr>
            <a:xfrm>
              <a:off x="385764" y="4692600"/>
              <a:ext cx="2651825" cy="1357200"/>
            </a:xfrm>
            <a:prstGeom prst="rect">
              <a:avLst/>
            </a:prstGeom>
            <a:solidFill>
              <a:schemeClr val="bg2"/>
            </a:solidFill>
            <a:ln w="19050" cap="flat" cmpd="sng" algn="ctr">
              <a:noFill/>
              <a:prstDash val="solid"/>
              <a:miter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/>
                  </a:solidFill>
                  <a:prstDash val="solid"/>
                  <a:miter/>
                </a14:hiddenLine>
              </a:ext>
            </a:extLst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rtlCol="0" anchor="t"/>
            <a:lstStyle/>
            <a:p>
              <a:pPr marL="0" marR="0" lvl="0" indent="0" algn="l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Communicate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upcoming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initiatives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or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questions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discussed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in the key user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organization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to the end users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in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your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department. </a:t>
              </a:r>
              <a:endPara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98B3262-EDB2-4997-B826-F4D197E4FCC0}"/>
              </a:ext>
            </a:extLst>
          </p:cNvPr>
          <p:cNvGrpSpPr/>
          <p:nvPr/>
        </p:nvGrpSpPr>
        <p:grpSpPr>
          <a:xfrm>
            <a:off x="3121496" y="3240676"/>
            <a:ext cx="2651826" cy="1664814"/>
            <a:chOff x="3120666" y="4272274"/>
            <a:chExt cx="2651826" cy="177752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F80A57D-E41D-4FA3-B7F6-02CBE6A8A746}"/>
                </a:ext>
              </a:extLst>
            </p:cNvPr>
            <p:cNvSpPr>
              <a:spLocks/>
            </p:cNvSpPr>
            <p:nvPr/>
          </p:nvSpPr>
          <p:spPr>
            <a:xfrm>
              <a:off x="3120666" y="4272274"/>
              <a:ext cx="2651825" cy="420326"/>
            </a:xfrm>
            <a:prstGeom prst="rect">
              <a:avLst/>
            </a:prstGeom>
            <a:solidFill>
              <a:schemeClr val="tx2"/>
            </a:solidFill>
            <a:ln w="19050" cap="flat" cmpd="sng" algn="ctr">
              <a:noFill/>
              <a:prstDash val="solid"/>
              <a:miter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tx2"/>
                  </a:solidFill>
                  <a:prstDash val="solid"/>
                  <a:miter/>
                </a14:hiddenLine>
              </a:ext>
            </a:extLst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icrosoft JhengHei"/>
                  <a:cs typeface="Arial"/>
                </a:rPr>
                <a:t>Represent</a:t>
              </a:r>
              <a:endPara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  <a:p>
              <a:pPr marL="0" marR="0" lvl="0" indent="0" algn="l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636EA59-0932-4B3B-AFAF-3FA2235226E8}"/>
                </a:ext>
              </a:extLst>
            </p:cNvPr>
            <p:cNvSpPr>
              <a:spLocks/>
            </p:cNvSpPr>
            <p:nvPr/>
          </p:nvSpPr>
          <p:spPr>
            <a:xfrm>
              <a:off x="3120667" y="4692600"/>
              <a:ext cx="2651825" cy="1357200"/>
            </a:xfrm>
            <a:prstGeom prst="rect">
              <a:avLst/>
            </a:prstGeom>
            <a:solidFill>
              <a:schemeClr val="bg2"/>
            </a:solidFill>
            <a:ln w="19050" cap="flat" cmpd="sng" algn="ctr">
              <a:noFill/>
              <a:prstDash val="solid"/>
              <a:miter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/>
                  </a:solidFill>
                  <a:prstDash val="solid"/>
                  <a:miter/>
                </a14:hiddenLine>
              </a:ext>
            </a:extLst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rtlCol="0" anchor="t"/>
            <a:lstStyle/>
            <a:p>
              <a:pPr marL="0" marR="0" lvl="0" indent="0" algn="l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Channel issues, concerns or </a:t>
              </a: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ideas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from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the end users in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your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department 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to the key user </a:t>
              </a: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organization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.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FFD2820-C708-48EE-8FD6-674D81A07D59}"/>
              </a:ext>
            </a:extLst>
          </p:cNvPr>
          <p:cNvGrpSpPr/>
          <p:nvPr/>
        </p:nvGrpSpPr>
        <p:grpSpPr>
          <a:xfrm>
            <a:off x="5856966" y="3240676"/>
            <a:ext cx="2651826" cy="1664814"/>
            <a:chOff x="5851674" y="4272274"/>
            <a:chExt cx="2651826" cy="177752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0389F90-D19D-4073-86DF-BD7B87F5ACB8}"/>
                </a:ext>
              </a:extLst>
            </p:cNvPr>
            <p:cNvSpPr>
              <a:spLocks/>
            </p:cNvSpPr>
            <p:nvPr/>
          </p:nvSpPr>
          <p:spPr>
            <a:xfrm>
              <a:off x="5851674" y="4272274"/>
              <a:ext cx="2651825" cy="420326"/>
            </a:xfrm>
            <a:prstGeom prst="rect">
              <a:avLst/>
            </a:prstGeom>
            <a:solidFill>
              <a:schemeClr val="accent4"/>
            </a:solidFill>
            <a:ln w="19050" cap="flat" cmpd="sng" algn="ctr">
              <a:noFill/>
              <a:prstDash val="solid"/>
              <a:miter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4"/>
                  </a:solidFill>
                  <a:prstDash val="solid"/>
                  <a:miter/>
                </a14:hiddenLine>
              </a:ext>
            </a:extLst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icrosoft JhengHei"/>
                  <a:cs typeface="Arial"/>
                </a:rPr>
                <a:t>Challenge</a:t>
              </a:r>
              <a:endPara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69DB562-7B0A-457C-A34B-F45E29F0C073}"/>
                </a:ext>
              </a:extLst>
            </p:cNvPr>
            <p:cNvSpPr>
              <a:spLocks/>
            </p:cNvSpPr>
            <p:nvPr/>
          </p:nvSpPr>
          <p:spPr>
            <a:xfrm>
              <a:off x="5851675" y="4692600"/>
              <a:ext cx="2651825" cy="1357200"/>
            </a:xfrm>
            <a:prstGeom prst="rect">
              <a:avLst/>
            </a:prstGeom>
            <a:solidFill>
              <a:schemeClr val="bg2"/>
            </a:solidFill>
            <a:ln w="19050" cap="flat" cmpd="sng" algn="ctr">
              <a:noFill/>
              <a:prstDash val="solid"/>
              <a:miter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/>
                  </a:solidFill>
                  <a:prstDash val="solid"/>
                  <a:miter/>
                </a14:hiddenLine>
              </a:ext>
            </a:extLst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rtlCol="0" anchor="t"/>
            <a:lstStyle/>
            <a:p>
              <a:pPr marL="0" marR="0" lvl="0" indent="0" algn="l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Provide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feedback,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based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on </a:t>
              </a: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experience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,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on IT-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initiatives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during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key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user meetings.</a:t>
              </a:r>
              <a:b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</a:br>
              <a:endParaRPr kumimoji="0" lang="nl-NL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Poppins" pitchFamily="2" charset="77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62A6926-9910-4C64-AE99-04B0D7630563}"/>
              </a:ext>
            </a:extLst>
          </p:cNvPr>
          <p:cNvGrpSpPr/>
          <p:nvPr/>
        </p:nvGrpSpPr>
        <p:grpSpPr>
          <a:xfrm>
            <a:off x="8592437" y="3240676"/>
            <a:ext cx="2651826" cy="1664814"/>
            <a:chOff x="8592174" y="4272274"/>
            <a:chExt cx="2651826" cy="177752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BE614A2-5F8B-4182-8E00-3F4F469490B4}"/>
                </a:ext>
              </a:extLst>
            </p:cNvPr>
            <p:cNvSpPr>
              <a:spLocks/>
            </p:cNvSpPr>
            <p:nvPr/>
          </p:nvSpPr>
          <p:spPr>
            <a:xfrm>
              <a:off x="8592174" y="4272274"/>
              <a:ext cx="2651825" cy="420326"/>
            </a:xfrm>
            <a:prstGeom prst="rect">
              <a:avLst/>
            </a:prstGeom>
            <a:solidFill>
              <a:srgbClr val="C4D600"/>
            </a:solidFill>
            <a:ln w="19050" cap="flat" cmpd="sng" algn="ctr">
              <a:noFill/>
              <a:prstDash val="solid"/>
              <a:miter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C4D600"/>
                  </a:solidFill>
                  <a:prstDash val="solid"/>
                  <a:miter/>
                </a14:hiddenLine>
              </a:ext>
            </a:extLst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icrosoft JhengHei"/>
                  <a:cs typeface="Arial"/>
                </a:rPr>
                <a:t>Support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0CBA7CA-298E-44DA-A376-DA54D9B45E0F}"/>
                </a:ext>
              </a:extLst>
            </p:cNvPr>
            <p:cNvSpPr>
              <a:spLocks/>
            </p:cNvSpPr>
            <p:nvPr/>
          </p:nvSpPr>
          <p:spPr>
            <a:xfrm>
              <a:off x="8592175" y="4692600"/>
              <a:ext cx="2651825" cy="1357200"/>
            </a:xfrm>
            <a:prstGeom prst="rect">
              <a:avLst/>
            </a:prstGeom>
            <a:solidFill>
              <a:schemeClr val="bg2"/>
            </a:solidFill>
            <a:ln w="19050" cap="flat" cmpd="sng" algn="ctr">
              <a:noFill/>
              <a:prstDash val="solid"/>
              <a:miter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/>
                  </a:solidFill>
                  <a:prstDash val="solid"/>
                  <a:miter/>
                </a14:hiddenLine>
              </a:ext>
            </a:extLst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rtlCol="0" anchor="t"/>
            <a:lstStyle/>
            <a:p>
              <a:pPr marL="0" marR="0" lvl="0" indent="0" algn="l" defTabSz="37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F</a:t>
              </a: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acilitate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implementation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of changes </a:t>
              </a: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by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providing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information and </a:t>
              </a: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guidance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to the end users in </a:t>
              </a:r>
              <a:r>
                <a:rPr kumimoji="0" lang="nl-NL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your</a:t>
              </a:r>
              <a:r>
                <a:rPr kumimoji="0" lang="nl-NL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icrosoft JhengHei"/>
                  <a:cs typeface="Poppins" pitchFamily="2" charset="77"/>
                </a:rPr>
                <a:t> department.</a:t>
              </a:r>
            </a:p>
          </p:txBody>
        </p:sp>
      </p:grpSp>
      <p:sp>
        <p:nvSpPr>
          <p:cNvPr id="71" name="Traan 14">
            <a:extLst>
              <a:ext uri="{FF2B5EF4-FFF2-40B4-BE49-F238E27FC236}">
                <a16:creationId xmlns:a16="http://schemas.microsoft.com/office/drawing/2014/main" id="{57CFA120-B52F-4C6D-868A-D44B17E239AE}"/>
              </a:ext>
            </a:extLst>
          </p:cNvPr>
          <p:cNvSpPr/>
          <p:nvPr/>
        </p:nvSpPr>
        <p:spPr>
          <a:xfrm rot="8100000">
            <a:off x="3862146" y="1718526"/>
            <a:ext cx="1170000" cy="1184400"/>
          </a:xfrm>
          <a:prstGeom prst="teardrop">
            <a:avLst/>
          </a:prstGeom>
          <a:solidFill>
            <a:schemeClr val="dk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dk2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72" name="Ovaal 15">
            <a:extLst>
              <a:ext uri="{FF2B5EF4-FFF2-40B4-BE49-F238E27FC236}">
                <a16:creationId xmlns:a16="http://schemas.microsoft.com/office/drawing/2014/main" id="{E909003D-BF62-41E1-B716-5E76853811FD}"/>
              </a:ext>
            </a:extLst>
          </p:cNvPr>
          <p:cNvSpPr>
            <a:spLocks noChangeAspect="1"/>
          </p:cNvSpPr>
          <p:nvPr/>
        </p:nvSpPr>
        <p:spPr>
          <a:xfrm>
            <a:off x="3980946" y="1839799"/>
            <a:ext cx="932400" cy="932400"/>
          </a:xfrm>
          <a:prstGeom prst="ellipse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dk2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75" name="Traan 14">
            <a:extLst>
              <a:ext uri="{FF2B5EF4-FFF2-40B4-BE49-F238E27FC236}">
                <a16:creationId xmlns:a16="http://schemas.microsoft.com/office/drawing/2014/main" id="{2B5AF417-59E6-4AEF-85CD-D4A38058600D}"/>
              </a:ext>
            </a:extLst>
          </p:cNvPr>
          <p:cNvSpPr/>
          <p:nvPr/>
        </p:nvSpPr>
        <p:spPr>
          <a:xfrm rot="8100000">
            <a:off x="6597616" y="1718526"/>
            <a:ext cx="1170000" cy="1184400"/>
          </a:xfrm>
          <a:prstGeom prst="teardrop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4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76" name="Ovaal 15">
            <a:extLst>
              <a:ext uri="{FF2B5EF4-FFF2-40B4-BE49-F238E27FC236}">
                <a16:creationId xmlns:a16="http://schemas.microsoft.com/office/drawing/2014/main" id="{7480B813-E727-456F-8D69-762AEEFD3BC9}"/>
              </a:ext>
            </a:extLst>
          </p:cNvPr>
          <p:cNvSpPr>
            <a:spLocks noChangeAspect="1"/>
          </p:cNvSpPr>
          <p:nvPr/>
        </p:nvSpPr>
        <p:spPr>
          <a:xfrm>
            <a:off x="6716416" y="1839799"/>
            <a:ext cx="932400" cy="932400"/>
          </a:xfrm>
          <a:prstGeom prst="ellipse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4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79" name="Traan 14">
            <a:extLst>
              <a:ext uri="{FF2B5EF4-FFF2-40B4-BE49-F238E27FC236}">
                <a16:creationId xmlns:a16="http://schemas.microsoft.com/office/drawing/2014/main" id="{B72852E9-E16C-47C3-AAAB-E45117744405}"/>
              </a:ext>
            </a:extLst>
          </p:cNvPr>
          <p:cNvSpPr/>
          <p:nvPr/>
        </p:nvSpPr>
        <p:spPr>
          <a:xfrm rot="8100000">
            <a:off x="9333087" y="1718526"/>
            <a:ext cx="1170000" cy="1184400"/>
          </a:xfrm>
          <a:prstGeom prst="teardrop">
            <a:avLst/>
          </a:prstGeom>
          <a:solidFill>
            <a:srgbClr val="C4D600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C4D6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80" name="Ovaal 15">
            <a:extLst>
              <a:ext uri="{FF2B5EF4-FFF2-40B4-BE49-F238E27FC236}">
                <a16:creationId xmlns:a16="http://schemas.microsoft.com/office/drawing/2014/main" id="{FAE53A45-5B01-4041-A5A3-E2A87A97AE0C}"/>
              </a:ext>
            </a:extLst>
          </p:cNvPr>
          <p:cNvSpPr>
            <a:spLocks noChangeAspect="1"/>
          </p:cNvSpPr>
          <p:nvPr/>
        </p:nvSpPr>
        <p:spPr>
          <a:xfrm>
            <a:off x="9451887" y="1839799"/>
            <a:ext cx="932400" cy="932400"/>
          </a:xfrm>
          <a:prstGeom prst="ellipse">
            <a:avLst/>
          </a:prstGeom>
          <a:solidFill>
            <a:schemeClr val="bg1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pic>
        <p:nvPicPr>
          <p:cNvPr id="9" name="Awareness">
            <a:extLst>
              <a:ext uri="{FF2B5EF4-FFF2-40B4-BE49-F238E27FC236}">
                <a16:creationId xmlns:a16="http://schemas.microsoft.com/office/drawing/2014/main" id="{E4CCD5E5-DE5C-1B92-943D-89F04AC43DD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7475" y="1990395"/>
            <a:ext cx="608400" cy="608400"/>
          </a:xfrm>
          <a:prstGeom prst="rect">
            <a:avLst/>
          </a:prstGeom>
        </p:spPr>
      </p:pic>
      <p:pic>
        <p:nvPicPr>
          <p:cNvPr id="10" name="Attendance">
            <a:extLst>
              <a:ext uri="{FF2B5EF4-FFF2-40B4-BE49-F238E27FC236}">
                <a16:creationId xmlns:a16="http://schemas.microsoft.com/office/drawing/2014/main" id="{BB37CE14-4239-6B5D-7FB2-AE4D496C44F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42944" y="1990395"/>
            <a:ext cx="608400" cy="608400"/>
          </a:xfrm>
          <a:prstGeom prst="rect">
            <a:avLst/>
          </a:prstGeom>
        </p:spPr>
      </p:pic>
      <p:pic>
        <p:nvPicPr>
          <p:cNvPr id="13" name="Like thumbs up">
            <a:extLst>
              <a:ext uri="{FF2B5EF4-FFF2-40B4-BE49-F238E27FC236}">
                <a16:creationId xmlns:a16="http://schemas.microsoft.com/office/drawing/2014/main" id="{449C1AE2-CAD7-7A7A-0E80-341E00AE9D4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78418" y="1990395"/>
            <a:ext cx="608400" cy="608400"/>
          </a:xfrm>
          <a:prstGeom prst="rect">
            <a:avLst/>
          </a:prstGeom>
        </p:spPr>
      </p:pic>
      <p:pic>
        <p:nvPicPr>
          <p:cNvPr id="39" name="Tech startup">
            <a:extLst>
              <a:ext uri="{FF2B5EF4-FFF2-40B4-BE49-F238E27FC236}">
                <a16:creationId xmlns:a16="http://schemas.microsoft.com/office/drawing/2014/main" id="{7373283E-1F38-BE4B-BAA7-5AAB2863433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13887" y="1990395"/>
            <a:ext cx="608400" cy="6084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13882B-0090-3B68-4CAE-E764AA5F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July 4, 2023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D0F8F-E631-1AC2-85B9-01098D5E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Page </a:t>
            </a:r>
            <a:fld id="{A2218858-49EA-4BF8-8EFE-B88A4580565A}" type="slidenum">
              <a:rPr kumimoji="0" lang="nl-NL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5D371-B031-1BC5-1FF2-76D1DB12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380E9-57D8-DC5A-68B1-A9BE3DDFE881}"/>
              </a:ext>
            </a:extLst>
          </p:cNvPr>
          <p:cNvSpPr/>
          <p:nvPr/>
        </p:nvSpPr>
        <p:spPr>
          <a:xfrm>
            <a:off x="2015875" y="5099079"/>
            <a:ext cx="7436012" cy="137733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The key user role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: </a:t>
            </a:r>
          </a:p>
          <a:p>
            <a:pPr marL="285750" marR="0" lvl="0" indent="-28575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for IT-managed applications</a:t>
            </a:r>
          </a:p>
          <a:p>
            <a:pPr marL="285750" marR="0" lvl="0" indent="-28575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sounding board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, rather than “the” expert in all applications for that persona</a:t>
            </a:r>
          </a:p>
          <a:p>
            <a:pPr marL="285750" marR="0" lvl="0" indent="-28575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for 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running the business NOT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for 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changing the business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(i.e. projects)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50603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  <p:bldP spid="75" grpId="0" animBg="1"/>
      <p:bldP spid="76" grpId="0" animBg="1"/>
      <p:bldP spid="79" grpId="0" animBg="1"/>
      <p:bldP spid="80" grpId="0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BC56B23-22FA-4857-B9C9-F83588A5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How to </a:t>
            </a:r>
            <a:r>
              <a:rPr lang="nl-NL" err="1"/>
              <a:t>create</a:t>
            </a:r>
            <a:r>
              <a:rPr lang="nl-NL"/>
              <a:t> </a:t>
            </a:r>
            <a:r>
              <a:rPr lang="nl-NL" err="1"/>
              <a:t>value</a:t>
            </a:r>
            <a:r>
              <a:rPr lang="nl-NL"/>
              <a:t> TOGETHER?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EBCF5-E758-4611-A7C4-EB2697E8083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258663" y="6547280"/>
            <a:ext cx="8985600" cy="139924"/>
          </a:xfrm>
        </p:spPr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E7FB8-A377-434A-9707-C3C244A73D1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4CD3A7-9E40-46FB-A41D-9CC29415685D}" type="datetime4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l" defTabSz="37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April 23, 2026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45C97692-13C3-4F48-A79F-9A9D3129CCC0}"/>
              </a:ext>
            </a:extLst>
          </p:cNvPr>
          <p:cNvSpPr txBox="1">
            <a:spLocks/>
          </p:cNvSpPr>
          <p:nvPr/>
        </p:nvSpPr>
        <p:spPr>
          <a:xfrm>
            <a:off x="6325481" y="1370013"/>
            <a:ext cx="4918520" cy="4117969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285750" marR="0" lvl="0" indent="-28575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53C59901-7749-457E-9B8B-55620103DBEB}"/>
              </a:ext>
            </a:extLst>
          </p:cNvPr>
          <p:cNvSpPr txBox="1">
            <a:spLocks/>
          </p:cNvSpPr>
          <p:nvPr/>
        </p:nvSpPr>
        <p:spPr>
          <a:xfrm>
            <a:off x="947103" y="3568923"/>
            <a:ext cx="4918520" cy="1919059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D8B6B78-BAFD-411E-AE34-D3EAFAFC8D9D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947738" y="1370013"/>
            <a:ext cx="4917886" cy="191905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nl-NL"/>
          </a:p>
          <a:p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944B4D8-BE63-45A6-B5D6-EEE6EB80D2E6}"/>
              </a:ext>
            </a:extLst>
          </p:cNvPr>
          <p:cNvGraphicFramePr/>
          <p:nvPr/>
        </p:nvGraphicFramePr>
        <p:xfrm>
          <a:off x="4163245" y="2239245"/>
          <a:ext cx="3865509" cy="2379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71ABE52-F194-4FE0-B6AF-79D8C2AE1D9E}"/>
              </a:ext>
            </a:extLst>
          </p:cNvPr>
          <p:cNvSpPr/>
          <p:nvPr/>
        </p:nvSpPr>
        <p:spPr>
          <a:xfrm>
            <a:off x="619125" y="5816607"/>
            <a:ext cx="10641589" cy="23336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Factories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FFFFFF">
                        <a:shade val="30000"/>
                        <a:satMod val="115000"/>
                      </a:srgbClr>
                    </a:gs>
                    <a:gs pos="50000">
                      <a:srgbClr val="FFFFFF">
                        <a:shade val="67500"/>
                        <a:satMod val="115000"/>
                      </a:srgbClr>
                    </a:gs>
                    <a:gs pos="100000">
                      <a:srgbClr val="FFFFFF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/>
                <a:ea typeface="Microsoft JhengHei"/>
                <a:cs typeface="Arial"/>
              </a:rPr>
              <a:t>																			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Means &amp; Methods</a:t>
            </a: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7CA75E-DBC5-4A75-A5DB-8E007331F494}"/>
              </a:ext>
            </a:extLst>
          </p:cNvPr>
          <p:cNvSpPr/>
          <p:nvPr/>
        </p:nvSpPr>
        <p:spPr>
          <a:xfrm rot="5400000">
            <a:off x="-1716882" y="3472659"/>
            <a:ext cx="4438652" cy="23336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Content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FFFFFF">
                        <a:shade val="30000"/>
                        <a:satMod val="115000"/>
                      </a:srgbClr>
                    </a:gs>
                    <a:gs pos="50000">
                      <a:srgbClr val="FFFFFF">
                        <a:shade val="67500"/>
                        <a:satMod val="115000"/>
                      </a:srgbClr>
                    </a:gs>
                    <a:gs pos="100000">
                      <a:srgbClr val="FFFFFF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/>
                <a:ea typeface="Microsoft JhengHei"/>
                <a:cs typeface="Arial"/>
              </a:rPr>
              <a:t>					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Fundament</a:t>
            </a: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16C8EF-9DEC-13C1-CC1F-2A7CEC192B4E}"/>
              </a:ext>
            </a:extLst>
          </p:cNvPr>
          <p:cNvSpPr>
            <a:spLocks/>
          </p:cNvSpPr>
          <p:nvPr/>
        </p:nvSpPr>
        <p:spPr>
          <a:xfrm>
            <a:off x="1078982" y="1453855"/>
            <a:ext cx="2651825" cy="393673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Inform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C2F9E2-196B-FAC2-5DD6-5C83118871AA}"/>
              </a:ext>
            </a:extLst>
          </p:cNvPr>
          <p:cNvSpPr>
            <a:spLocks/>
          </p:cNvSpPr>
          <p:nvPr/>
        </p:nvSpPr>
        <p:spPr>
          <a:xfrm>
            <a:off x="1078982" y="1899347"/>
            <a:ext cx="2651825" cy="393673"/>
          </a:xfrm>
          <a:prstGeom prst="rect">
            <a:avLst/>
          </a:prstGeom>
          <a:solidFill>
            <a:schemeClr val="tx2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tx2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Represent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A5911D-55F5-88E1-B01A-BAB1250EB413}"/>
              </a:ext>
            </a:extLst>
          </p:cNvPr>
          <p:cNvSpPr>
            <a:spLocks/>
          </p:cNvSpPr>
          <p:nvPr/>
        </p:nvSpPr>
        <p:spPr>
          <a:xfrm>
            <a:off x="1078982" y="2339130"/>
            <a:ext cx="2651825" cy="393673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4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Challenge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C8737-A436-7B46-DA61-C2E7ABA438BE}"/>
              </a:ext>
            </a:extLst>
          </p:cNvPr>
          <p:cNvSpPr>
            <a:spLocks/>
          </p:cNvSpPr>
          <p:nvPr/>
        </p:nvSpPr>
        <p:spPr>
          <a:xfrm>
            <a:off x="1083972" y="2790331"/>
            <a:ext cx="2651825" cy="393673"/>
          </a:xfrm>
          <a:prstGeom prst="rect">
            <a:avLst/>
          </a:prstGeom>
          <a:solidFill>
            <a:srgbClr val="C4D600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C4D600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Support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37ECC9-1074-EA4D-8657-4A4CDF7914C1}"/>
              </a:ext>
            </a:extLst>
          </p:cNvPr>
          <p:cNvSpPr>
            <a:spLocks/>
          </p:cNvSpPr>
          <p:nvPr/>
        </p:nvSpPr>
        <p:spPr>
          <a:xfrm>
            <a:off x="1078982" y="4035038"/>
            <a:ext cx="2651825" cy="393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Deliver key users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383408-DEC2-7B67-BC56-CD1D3D2EACF1}"/>
              </a:ext>
            </a:extLst>
          </p:cNvPr>
          <p:cNvSpPr>
            <a:spLocks/>
          </p:cNvSpPr>
          <p:nvPr/>
        </p:nvSpPr>
        <p:spPr>
          <a:xfrm>
            <a:off x="1074021" y="4471198"/>
            <a:ext cx="2661745" cy="731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Support key user organization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CEFC2F-E33A-4B7F-6D63-0626258DE147}"/>
              </a:ext>
            </a:extLst>
          </p:cNvPr>
          <p:cNvSpPr>
            <a:spLocks/>
          </p:cNvSpPr>
          <p:nvPr/>
        </p:nvSpPr>
        <p:spPr>
          <a:xfrm>
            <a:off x="8310464" y="4303330"/>
            <a:ext cx="2651825" cy="3742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Inform stakeholders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17116E-3F84-25BE-9744-7BA283637B39}"/>
              </a:ext>
            </a:extLst>
          </p:cNvPr>
          <p:cNvSpPr>
            <a:spLocks/>
          </p:cNvSpPr>
          <p:nvPr/>
        </p:nvSpPr>
        <p:spPr>
          <a:xfrm>
            <a:off x="8310464" y="3566243"/>
            <a:ext cx="2651825" cy="690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Give key users mandate in decision-making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B00151-BF8A-3437-5CBE-18119E417719}"/>
              </a:ext>
            </a:extLst>
          </p:cNvPr>
          <p:cNvSpPr>
            <a:spLocks/>
          </p:cNvSpPr>
          <p:nvPr/>
        </p:nvSpPr>
        <p:spPr>
          <a:xfrm>
            <a:off x="8310462" y="2418088"/>
            <a:ext cx="2651825" cy="690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Coordinate reported issues &amp; changes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B5D2B0-884D-22E1-93D3-03A7241F2D65}"/>
              </a:ext>
            </a:extLst>
          </p:cNvPr>
          <p:cNvSpPr>
            <a:spLocks/>
          </p:cNvSpPr>
          <p:nvPr/>
        </p:nvSpPr>
        <p:spPr>
          <a:xfrm>
            <a:off x="8310463" y="4706250"/>
            <a:ext cx="2651825" cy="690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Connect experts to Key User Organization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EA11A4-EA27-9173-FE0B-EBE5E6A65F41}"/>
              </a:ext>
            </a:extLst>
          </p:cNvPr>
          <p:cNvSpPr>
            <a:spLocks/>
          </p:cNvSpPr>
          <p:nvPr/>
        </p:nvSpPr>
        <p:spPr>
          <a:xfrm>
            <a:off x="8310462" y="3152095"/>
            <a:ext cx="2651825" cy="3742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Ensure continuity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36751F-944B-F35D-90F8-066CBAA4AE8B}"/>
              </a:ext>
            </a:extLst>
          </p:cNvPr>
          <p:cNvSpPr>
            <a:spLocks/>
          </p:cNvSpPr>
          <p:nvPr/>
        </p:nvSpPr>
        <p:spPr>
          <a:xfrm>
            <a:off x="8310462" y="1463332"/>
            <a:ext cx="2651825" cy="9114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Provide guidelines to assess applications’  performance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9BAA4DDA-30A0-EA1B-185F-9275459DA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8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0" grpId="0" animBg="1"/>
      <p:bldP spid="12" grpId="0" animBg="1"/>
      <p:bldP spid="15" grpId="0" animBg="1"/>
      <p:bldP spid="16" grpId="0" animBg="1"/>
      <p:bldP spid="23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BC56B23-22FA-4857-B9C9-F83588A5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Time </a:t>
            </a:r>
            <a:r>
              <a:rPr lang="nl-NL" err="1"/>
              <a:t>Allocation</a:t>
            </a:r>
            <a:r>
              <a:rPr lang="nl-NL"/>
              <a:t> Key User</a:t>
            </a:r>
            <a:endParaRPr lang="en-US"/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7305FC20-B454-48EC-857B-2ED887668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WORKLOAD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EBCF5-E758-4611-A7C4-EB2697E8083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258663" y="6547280"/>
            <a:ext cx="8985600" cy="139924"/>
          </a:xfrm>
        </p:spPr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E7FB8-A377-434A-9707-C3C244A73D1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4CD3A7-9E40-46FB-A41D-9CC29415685D}" type="datetime4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l" defTabSz="37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April 23, 2026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2" name="Content Placeholder 18">
            <a:extLst>
              <a:ext uri="{FF2B5EF4-FFF2-40B4-BE49-F238E27FC236}">
                <a16:creationId xmlns:a16="http://schemas.microsoft.com/office/drawing/2014/main" id="{8CCD73FE-71CA-4411-B9AE-8D0B3E2FA909}"/>
              </a:ext>
            </a:extLst>
          </p:cNvPr>
          <p:cNvSpPr txBox="1">
            <a:spLocks/>
          </p:cNvSpPr>
          <p:nvPr/>
        </p:nvSpPr>
        <p:spPr>
          <a:xfrm>
            <a:off x="3840904" y="1370013"/>
            <a:ext cx="3236335" cy="3668401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F73653-A328-53E9-AB62-85D063EF6D6E}"/>
              </a:ext>
            </a:extLst>
          </p:cNvPr>
          <p:cNvSpPr txBox="1"/>
          <p:nvPr/>
        </p:nvSpPr>
        <p:spPr>
          <a:xfrm>
            <a:off x="3914655" y="1433385"/>
            <a:ext cx="790972" cy="2339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0069F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Tasks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22C63F0-A85E-F0AB-CC60-2333AD8A96A0}"/>
              </a:ext>
            </a:extLst>
          </p:cNvPr>
          <p:cNvSpPr/>
          <p:nvPr/>
        </p:nvSpPr>
        <p:spPr>
          <a:xfrm>
            <a:off x="3914655" y="1763860"/>
            <a:ext cx="3058800" cy="405671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Attend key user meetings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F0C644A-BBC2-009E-41DC-E0E4485B06AE}"/>
              </a:ext>
            </a:extLst>
          </p:cNvPr>
          <p:cNvSpPr/>
          <p:nvPr/>
        </p:nvSpPr>
        <p:spPr>
          <a:xfrm>
            <a:off x="3914655" y="3991628"/>
            <a:ext cx="3058800" cy="718002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Contact for end users and IT regarding change(s) (requests) and issues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780986E-9230-9BE8-E0D9-61575A19870F}"/>
              </a:ext>
            </a:extLst>
          </p:cNvPr>
          <p:cNvSpPr/>
          <p:nvPr/>
        </p:nvSpPr>
        <p:spPr>
          <a:xfrm>
            <a:off x="3914655" y="3230955"/>
            <a:ext cx="3058800" cy="601066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Maintain application and process knowledge                            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A16FB7-CD65-6007-5565-F0E14E104DC4}"/>
              </a:ext>
            </a:extLst>
          </p:cNvPr>
          <p:cNvSpPr/>
          <p:nvPr/>
        </p:nvSpPr>
        <p:spPr>
          <a:xfrm>
            <a:off x="3914655" y="2406873"/>
            <a:ext cx="3058800" cy="697205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Answer process and application related questions of end users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D49551D-0FB5-B0A0-EFB4-65DC1D6A66B7}"/>
              </a:ext>
            </a:extLst>
          </p:cNvPr>
          <p:cNvSpPr/>
          <p:nvPr/>
        </p:nvSpPr>
        <p:spPr>
          <a:xfrm>
            <a:off x="3759200" y="2323247"/>
            <a:ext cx="3414233" cy="2471004"/>
          </a:xfrm>
          <a:prstGeom prst="rect">
            <a:avLst/>
          </a:prstGeom>
          <a:noFill/>
          <a:ln w="28575">
            <a:solidFill>
              <a:srgbClr val="C1BDFC"/>
            </a:solidFill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D7EB672-A5DD-C13D-9D48-584CE6A32435}"/>
              </a:ext>
            </a:extLst>
          </p:cNvPr>
          <p:cNvSpPr/>
          <p:nvPr/>
        </p:nvSpPr>
        <p:spPr>
          <a:xfrm>
            <a:off x="3751954" y="1667295"/>
            <a:ext cx="3414233" cy="57133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C432016F-ECA6-78CB-86BC-4E8635F25F0E}"/>
              </a:ext>
            </a:extLst>
          </p:cNvPr>
          <p:cNvSpPr txBox="1">
            <a:spLocks/>
          </p:cNvSpPr>
          <p:nvPr/>
        </p:nvSpPr>
        <p:spPr>
          <a:xfrm>
            <a:off x="8183794" y="1380432"/>
            <a:ext cx="3236336" cy="366840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285750" marR="0" lvl="0" indent="-28575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03B92CE2-FE7E-6F6C-3914-2F4BF06A02C2}"/>
              </a:ext>
            </a:extLst>
          </p:cNvPr>
          <p:cNvSpPr/>
          <p:nvPr/>
        </p:nvSpPr>
        <p:spPr>
          <a:xfrm>
            <a:off x="7255137" y="2406873"/>
            <a:ext cx="885825" cy="2318235"/>
          </a:xfrm>
          <a:prstGeom prst="rightBrace">
            <a:avLst/>
          </a:prstGeom>
          <a:ln>
            <a:solidFill>
              <a:srgbClr val="C1BD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74D360-337A-1C1D-F8EE-3779766D768F}"/>
              </a:ext>
            </a:extLst>
          </p:cNvPr>
          <p:cNvSpPr txBox="1"/>
          <p:nvPr/>
        </p:nvSpPr>
        <p:spPr>
          <a:xfrm>
            <a:off x="8305853" y="3466657"/>
            <a:ext cx="2096600" cy="93564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~2-4h per month*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</a:b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</a:b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*dependent on situation / work center / #key users etc.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47CBDC-B519-07BA-359F-4E22256CC690}"/>
              </a:ext>
            </a:extLst>
          </p:cNvPr>
          <p:cNvSpPr txBox="1"/>
          <p:nvPr/>
        </p:nvSpPr>
        <p:spPr>
          <a:xfrm>
            <a:off x="8305853" y="1859296"/>
            <a:ext cx="1952624" cy="2046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1h per month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D07433D-857D-AF71-A870-A7DBEB7ED5B2}"/>
              </a:ext>
            </a:extLst>
          </p:cNvPr>
          <p:cNvCxnSpPr>
            <a:cxnSpLocks/>
          </p:cNvCxnSpPr>
          <p:nvPr/>
        </p:nvCxnSpPr>
        <p:spPr>
          <a:xfrm>
            <a:off x="7250834" y="1961632"/>
            <a:ext cx="885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40D6D4A-4384-D196-3739-0E645D0B9943}"/>
              </a:ext>
            </a:extLst>
          </p:cNvPr>
          <p:cNvSpPr txBox="1"/>
          <p:nvPr/>
        </p:nvSpPr>
        <p:spPr>
          <a:xfrm>
            <a:off x="8293729" y="1443804"/>
            <a:ext cx="988436" cy="2339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Workload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319FFD-02D9-AFD7-BA5E-2C5B89382B84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96F6289E-298E-1C60-F033-440FE1801417}"/>
              </a:ext>
            </a:extLst>
          </p:cNvPr>
          <p:cNvSpPr txBox="1">
            <a:spLocks/>
          </p:cNvSpPr>
          <p:nvPr/>
        </p:nvSpPr>
        <p:spPr>
          <a:xfrm>
            <a:off x="393561" y="1370013"/>
            <a:ext cx="3236335" cy="36684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57EF3-CBC2-E248-0A6F-95615604377F}"/>
              </a:ext>
            </a:extLst>
          </p:cNvPr>
          <p:cNvSpPr txBox="1"/>
          <p:nvPr/>
        </p:nvSpPr>
        <p:spPr>
          <a:xfrm>
            <a:off x="492582" y="1433385"/>
            <a:ext cx="790972" cy="2339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GOAL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D6FA5-8C49-32E3-A797-81F5F02D0AFD}"/>
              </a:ext>
            </a:extLst>
          </p:cNvPr>
          <p:cNvSpPr>
            <a:spLocks/>
          </p:cNvSpPr>
          <p:nvPr/>
        </p:nvSpPr>
        <p:spPr>
          <a:xfrm>
            <a:off x="707057" y="2229903"/>
            <a:ext cx="2651825" cy="393673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Inform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38D533-0802-196E-AC04-EC6A73810C52}"/>
              </a:ext>
            </a:extLst>
          </p:cNvPr>
          <p:cNvSpPr>
            <a:spLocks/>
          </p:cNvSpPr>
          <p:nvPr/>
        </p:nvSpPr>
        <p:spPr>
          <a:xfrm>
            <a:off x="707057" y="2675395"/>
            <a:ext cx="2651825" cy="393673"/>
          </a:xfrm>
          <a:prstGeom prst="rect">
            <a:avLst/>
          </a:prstGeom>
          <a:solidFill>
            <a:schemeClr val="tx2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tx2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Represent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E84E55-932F-643B-95F0-6A95F72B7734}"/>
              </a:ext>
            </a:extLst>
          </p:cNvPr>
          <p:cNvSpPr>
            <a:spLocks/>
          </p:cNvSpPr>
          <p:nvPr/>
        </p:nvSpPr>
        <p:spPr>
          <a:xfrm>
            <a:off x="707057" y="3115178"/>
            <a:ext cx="2651825" cy="393673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4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Challenge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3D275C-3136-02C4-D295-33FD632E7B4B}"/>
              </a:ext>
            </a:extLst>
          </p:cNvPr>
          <p:cNvSpPr>
            <a:spLocks/>
          </p:cNvSpPr>
          <p:nvPr/>
        </p:nvSpPr>
        <p:spPr>
          <a:xfrm>
            <a:off x="712047" y="3566379"/>
            <a:ext cx="2651825" cy="393673"/>
          </a:xfrm>
          <a:prstGeom prst="rect">
            <a:avLst/>
          </a:prstGeom>
          <a:solidFill>
            <a:srgbClr val="C4D600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C4D600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Support</a:t>
            </a:r>
          </a:p>
        </p:txBody>
      </p:sp>
    </p:spTree>
    <p:extLst>
      <p:ext uri="{BB962C8B-B14F-4D97-AF65-F5344CB8AC3E}">
        <p14:creationId xmlns:p14="http://schemas.microsoft.com/office/powerpoint/2010/main" val="329973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8" grpId="0" animBg="1"/>
      <p:bldP spid="28" grpId="0" animBg="1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18">
            <a:extLst>
              <a:ext uri="{FF2B5EF4-FFF2-40B4-BE49-F238E27FC236}">
                <a16:creationId xmlns:a16="http://schemas.microsoft.com/office/drawing/2014/main" id="{4F4A686C-5675-A190-4459-BB997D01696C}"/>
              </a:ext>
            </a:extLst>
          </p:cNvPr>
          <p:cNvSpPr txBox="1">
            <a:spLocks/>
          </p:cNvSpPr>
          <p:nvPr/>
        </p:nvSpPr>
        <p:spPr>
          <a:xfrm>
            <a:off x="8183794" y="1380432"/>
            <a:ext cx="3236336" cy="366840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285750" marR="0" lvl="0" indent="-28575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04264A-04D3-D2B0-DA42-6A556CF98690}"/>
              </a:ext>
            </a:extLst>
          </p:cNvPr>
          <p:cNvSpPr txBox="1"/>
          <p:nvPr/>
        </p:nvSpPr>
        <p:spPr>
          <a:xfrm>
            <a:off x="8305853" y="3466657"/>
            <a:ext cx="2096600" cy="93564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~2-4h per month*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</a:b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</a:b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*dependent on situation / work center / #key users etc.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0DFFC5-78B4-0632-EF3D-9F4B9455AF8F}"/>
              </a:ext>
            </a:extLst>
          </p:cNvPr>
          <p:cNvSpPr txBox="1"/>
          <p:nvPr/>
        </p:nvSpPr>
        <p:spPr>
          <a:xfrm>
            <a:off x="8305853" y="1859296"/>
            <a:ext cx="1952624" cy="2046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1h per month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CDA838-1C86-A2B6-409F-8CF0693F0725}"/>
              </a:ext>
            </a:extLst>
          </p:cNvPr>
          <p:cNvSpPr txBox="1"/>
          <p:nvPr/>
        </p:nvSpPr>
        <p:spPr>
          <a:xfrm>
            <a:off x="8293729" y="1443804"/>
            <a:ext cx="988436" cy="2339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5A5B5E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Workload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EBC56B23-22FA-4857-B9C9-F83588A5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Time </a:t>
            </a:r>
            <a:r>
              <a:rPr lang="nl-NL" err="1"/>
              <a:t>Allocation</a:t>
            </a:r>
            <a:r>
              <a:rPr lang="nl-NL"/>
              <a:t> Key User</a:t>
            </a:r>
            <a:endParaRPr lang="en-US"/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7305FC20-B454-48EC-857B-2ED887668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BENEFITS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EBCF5-E758-4611-A7C4-EB2697E8083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258663" y="6547280"/>
            <a:ext cx="8985600" cy="139924"/>
          </a:xfrm>
        </p:spPr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E7FB8-A377-434A-9707-C3C244A73D1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4CD3A7-9E40-46FB-A41D-9CC29415685D}" type="datetime4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l" defTabSz="37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April 23, 2026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2" name="Content Placeholder 18">
            <a:extLst>
              <a:ext uri="{FF2B5EF4-FFF2-40B4-BE49-F238E27FC236}">
                <a16:creationId xmlns:a16="http://schemas.microsoft.com/office/drawing/2014/main" id="{8CCD73FE-71CA-4411-B9AE-8D0B3E2FA909}"/>
              </a:ext>
            </a:extLst>
          </p:cNvPr>
          <p:cNvSpPr txBox="1">
            <a:spLocks/>
          </p:cNvSpPr>
          <p:nvPr/>
        </p:nvSpPr>
        <p:spPr>
          <a:xfrm>
            <a:off x="3840904" y="1370013"/>
            <a:ext cx="3236335" cy="3668401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F73653-A328-53E9-AB62-85D063EF6D6E}"/>
              </a:ext>
            </a:extLst>
          </p:cNvPr>
          <p:cNvSpPr txBox="1"/>
          <p:nvPr/>
        </p:nvSpPr>
        <p:spPr>
          <a:xfrm>
            <a:off x="3914655" y="1433385"/>
            <a:ext cx="790972" cy="2339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0069F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Tasks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22C63F0-A85E-F0AB-CC60-2333AD8A96A0}"/>
              </a:ext>
            </a:extLst>
          </p:cNvPr>
          <p:cNvSpPr/>
          <p:nvPr/>
        </p:nvSpPr>
        <p:spPr>
          <a:xfrm>
            <a:off x="3914655" y="1763860"/>
            <a:ext cx="3058800" cy="405671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Attend key user meetings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F0C644A-BBC2-009E-41DC-E0E4485B06AE}"/>
              </a:ext>
            </a:extLst>
          </p:cNvPr>
          <p:cNvSpPr/>
          <p:nvPr/>
        </p:nvSpPr>
        <p:spPr>
          <a:xfrm>
            <a:off x="3914655" y="3991628"/>
            <a:ext cx="3058800" cy="718002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Contact for end users and IT regarding change(s) (requests) and issues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780986E-9230-9BE8-E0D9-61575A19870F}"/>
              </a:ext>
            </a:extLst>
          </p:cNvPr>
          <p:cNvSpPr/>
          <p:nvPr/>
        </p:nvSpPr>
        <p:spPr>
          <a:xfrm>
            <a:off x="3914655" y="3230955"/>
            <a:ext cx="3058800" cy="601066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Maintain application and process knowledge                            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A16FB7-CD65-6007-5565-F0E14E104DC4}"/>
              </a:ext>
            </a:extLst>
          </p:cNvPr>
          <p:cNvSpPr/>
          <p:nvPr/>
        </p:nvSpPr>
        <p:spPr>
          <a:xfrm>
            <a:off x="3914655" y="2406873"/>
            <a:ext cx="3058800" cy="697205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Answer process and application related questions of end users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D49551D-0FB5-B0A0-EFB4-65DC1D6A66B7}"/>
              </a:ext>
            </a:extLst>
          </p:cNvPr>
          <p:cNvSpPr/>
          <p:nvPr/>
        </p:nvSpPr>
        <p:spPr>
          <a:xfrm>
            <a:off x="3759200" y="2323247"/>
            <a:ext cx="3414233" cy="2471004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8C2163-FD8B-CF54-8C2B-DF9EDBF64210}"/>
              </a:ext>
            </a:extLst>
          </p:cNvPr>
          <p:cNvCxnSpPr>
            <a:cxnSpLocks/>
          </p:cNvCxnSpPr>
          <p:nvPr/>
        </p:nvCxnSpPr>
        <p:spPr>
          <a:xfrm>
            <a:off x="5416550" y="4866322"/>
            <a:ext cx="0" cy="918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8FE7780-6C9A-AAC4-00C5-ED119F6E38A7}"/>
              </a:ext>
            </a:extLst>
          </p:cNvPr>
          <p:cNvSpPr/>
          <p:nvPr/>
        </p:nvSpPr>
        <p:spPr>
          <a:xfrm>
            <a:off x="3755410" y="1663477"/>
            <a:ext cx="3414233" cy="57133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D7EB672-A5DD-C13D-9D48-584CE6A32435}"/>
              </a:ext>
            </a:extLst>
          </p:cNvPr>
          <p:cNvSpPr/>
          <p:nvPr/>
        </p:nvSpPr>
        <p:spPr>
          <a:xfrm>
            <a:off x="3751954" y="1658059"/>
            <a:ext cx="3414233" cy="57133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3" name="Content Placeholder 18">
            <a:extLst>
              <a:ext uri="{FF2B5EF4-FFF2-40B4-BE49-F238E27FC236}">
                <a16:creationId xmlns:a16="http://schemas.microsoft.com/office/drawing/2014/main" id="{775D7E54-45BD-0EA2-8049-C5FEE3AB5E05}"/>
              </a:ext>
            </a:extLst>
          </p:cNvPr>
          <p:cNvSpPr txBox="1">
            <a:spLocks/>
          </p:cNvSpPr>
          <p:nvPr/>
        </p:nvSpPr>
        <p:spPr>
          <a:xfrm>
            <a:off x="3798381" y="5934811"/>
            <a:ext cx="3236335" cy="543375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DC539-ABB9-92F4-F07D-96338DC30D18}"/>
              </a:ext>
            </a:extLst>
          </p:cNvPr>
          <p:cNvSpPr txBox="1"/>
          <p:nvPr/>
        </p:nvSpPr>
        <p:spPr>
          <a:xfrm>
            <a:off x="3914655" y="6007136"/>
            <a:ext cx="3058800" cy="38010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6A13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Enablers </a:t>
            </a:r>
            <a:b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6A13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for being a (qualified) key user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7AA75AD3-8D54-2D15-51A3-BFC32AC6C977}"/>
              </a:ext>
            </a:extLst>
          </p:cNvPr>
          <p:cNvSpPr/>
          <p:nvPr/>
        </p:nvSpPr>
        <p:spPr>
          <a:xfrm>
            <a:off x="7255137" y="2406873"/>
            <a:ext cx="885825" cy="2318235"/>
          </a:xfrm>
          <a:prstGeom prst="rightBrac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9334847-74E4-DF1D-6E80-38986468D49A}"/>
              </a:ext>
            </a:extLst>
          </p:cNvPr>
          <p:cNvCxnSpPr>
            <a:cxnSpLocks/>
          </p:cNvCxnSpPr>
          <p:nvPr/>
        </p:nvCxnSpPr>
        <p:spPr>
          <a:xfrm>
            <a:off x="7250834" y="1961632"/>
            <a:ext cx="885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0" name="Content Placeholder 18">
            <a:extLst>
              <a:ext uri="{FF2B5EF4-FFF2-40B4-BE49-F238E27FC236}">
                <a16:creationId xmlns:a16="http://schemas.microsoft.com/office/drawing/2014/main" id="{4CF852E7-D512-816E-C45D-09CC1929FE7A}"/>
              </a:ext>
            </a:extLst>
          </p:cNvPr>
          <p:cNvSpPr txBox="1">
            <a:spLocks/>
          </p:cNvSpPr>
          <p:nvPr/>
        </p:nvSpPr>
        <p:spPr>
          <a:xfrm>
            <a:off x="8186490" y="1380431"/>
            <a:ext cx="3691491" cy="3668401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285750" marR="0" lvl="0" indent="-28575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4B3A38-AA50-00DB-D8C9-19A17E63688F}"/>
              </a:ext>
            </a:extLst>
          </p:cNvPr>
          <p:cNvSpPr txBox="1"/>
          <p:nvPr/>
        </p:nvSpPr>
        <p:spPr>
          <a:xfrm>
            <a:off x="8272742" y="1433385"/>
            <a:ext cx="988436" cy="2339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43B02A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Benefits</a:t>
            </a:r>
          </a:p>
        </p:txBody>
      </p:sp>
      <p:sp>
        <p:nvSpPr>
          <p:cNvPr id="52" name="Rectangle: Rounded Corners 51">
            <a:hlinkClick r:id="" action="ppaction://noaction"/>
            <a:extLst>
              <a:ext uri="{FF2B5EF4-FFF2-40B4-BE49-F238E27FC236}">
                <a16:creationId xmlns:a16="http://schemas.microsoft.com/office/drawing/2014/main" id="{3162F8A8-3CFB-6501-DA0F-7F478B097155}"/>
              </a:ext>
            </a:extLst>
          </p:cNvPr>
          <p:cNvSpPr/>
          <p:nvPr/>
        </p:nvSpPr>
        <p:spPr>
          <a:xfrm>
            <a:off x="8272742" y="1756685"/>
            <a:ext cx="3505370" cy="405671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Key users can suggest and verify IT-application improvements in an easy and accessible way</a:t>
            </a:r>
          </a:p>
        </p:txBody>
      </p:sp>
      <p:sp>
        <p:nvSpPr>
          <p:cNvPr id="53" name="Rectangle: Rounded Corners 52">
            <a:hlinkClick r:id="" action="ppaction://noaction"/>
            <a:extLst>
              <a:ext uri="{FF2B5EF4-FFF2-40B4-BE49-F238E27FC236}">
                <a16:creationId xmlns:a16="http://schemas.microsoft.com/office/drawing/2014/main" id="{D61F098A-D924-91C3-4F12-ECEB3C28AF4D}"/>
              </a:ext>
            </a:extLst>
          </p:cNvPr>
          <p:cNvSpPr/>
          <p:nvPr/>
        </p:nvSpPr>
        <p:spPr>
          <a:xfrm>
            <a:off x="8272742" y="2262723"/>
            <a:ext cx="3497944" cy="405671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Key users can freely share and discuss experiences with other key users/experts/IT</a:t>
            </a:r>
          </a:p>
        </p:txBody>
      </p:sp>
      <p:sp>
        <p:nvSpPr>
          <p:cNvPr id="54" name="Rectangle: Rounded Corners 53">
            <a:hlinkClick r:id="" action="ppaction://noaction"/>
            <a:extLst>
              <a:ext uri="{FF2B5EF4-FFF2-40B4-BE49-F238E27FC236}">
                <a16:creationId xmlns:a16="http://schemas.microsoft.com/office/drawing/2014/main" id="{B90672E0-2EE1-6E81-60FA-1BEDBA3C7705}"/>
              </a:ext>
            </a:extLst>
          </p:cNvPr>
          <p:cNvSpPr/>
          <p:nvPr/>
        </p:nvSpPr>
        <p:spPr>
          <a:xfrm>
            <a:off x="8272742" y="2799117"/>
            <a:ext cx="3497944" cy="498259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Key users are updated about general IT issues from IT and/or other key users and can be reached better with solutions / work arounds. </a:t>
            </a:r>
          </a:p>
        </p:txBody>
      </p:sp>
      <p:sp>
        <p:nvSpPr>
          <p:cNvPr id="55" name="Rectangle: Rounded Corners 54">
            <a:hlinkClick r:id="" action="ppaction://noaction"/>
            <a:extLst>
              <a:ext uri="{FF2B5EF4-FFF2-40B4-BE49-F238E27FC236}">
                <a16:creationId xmlns:a16="http://schemas.microsoft.com/office/drawing/2014/main" id="{7E3C489B-81B9-A6A7-DF0D-6BA18E07AA8D}"/>
              </a:ext>
            </a:extLst>
          </p:cNvPr>
          <p:cNvSpPr/>
          <p:nvPr/>
        </p:nvSpPr>
        <p:spPr>
          <a:xfrm>
            <a:off x="8272742" y="3397598"/>
            <a:ext cx="3490518" cy="405671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Key users are updated and feedback is requested regarding NSCs and other improvement initiatives</a:t>
            </a:r>
          </a:p>
        </p:txBody>
      </p:sp>
      <p:sp>
        <p:nvSpPr>
          <p:cNvPr id="56" name="Rectangle: Rounded Corners 55">
            <a:hlinkClick r:id="" action="ppaction://noaction"/>
            <a:extLst>
              <a:ext uri="{FF2B5EF4-FFF2-40B4-BE49-F238E27FC236}">
                <a16:creationId xmlns:a16="http://schemas.microsoft.com/office/drawing/2014/main" id="{4D05E14A-4904-B433-CE54-FD7FD707D686}"/>
              </a:ext>
            </a:extLst>
          </p:cNvPr>
          <p:cNvSpPr/>
          <p:nvPr/>
        </p:nvSpPr>
        <p:spPr>
          <a:xfrm>
            <a:off x="8287595" y="3908979"/>
            <a:ext cx="3490517" cy="498259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Awareness of self-help articles (ServiceNow) is increased and key users can easily make suggestions to alter/extend the knowledge base</a:t>
            </a:r>
          </a:p>
        </p:txBody>
      </p:sp>
      <p:sp>
        <p:nvSpPr>
          <p:cNvPr id="57" name="Rectangle: Rounded Corners 56">
            <a:hlinkClick r:id="" action="ppaction://noaction"/>
            <a:extLst>
              <a:ext uri="{FF2B5EF4-FFF2-40B4-BE49-F238E27FC236}">
                <a16:creationId xmlns:a16="http://schemas.microsoft.com/office/drawing/2014/main" id="{F4484A28-60A6-0657-B909-A0B8810C2CB1}"/>
              </a:ext>
            </a:extLst>
          </p:cNvPr>
          <p:cNvSpPr/>
          <p:nvPr/>
        </p:nvSpPr>
        <p:spPr>
          <a:xfrm>
            <a:off x="8272742" y="4523936"/>
            <a:ext cx="3505370" cy="405671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1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Useful demos and tips are provided to enhance (application) knowledge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877DE44-4824-A9D9-C59F-A0E401FB3D86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58C756D0-3A5C-07C5-B683-921083DAFB3D}"/>
              </a:ext>
            </a:extLst>
          </p:cNvPr>
          <p:cNvSpPr txBox="1">
            <a:spLocks/>
          </p:cNvSpPr>
          <p:nvPr/>
        </p:nvSpPr>
        <p:spPr>
          <a:xfrm>
            <a:off x="393561" y="1370013"/>
            <a:ext cx="3236335" cy="36684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FD4E6-979E-A785-EC91-16244BBC08D5}"/>
              </a:ext>
            </a:extLst>
          </p:cNvPr>
          <p:cNvSpPr txBox="1"/>
          <p:nvPr/>
        </p:nvSpPr>
        <p:spPr>
          <a:xfrm>
            <a:off x="492582" y="1433385"/>
            <a:ext cx="790972" cy="2339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GOAL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0C9B77-2684-85DB-4F2B-049634083367}"/>
              </a:ext>
            </a:extLst>
          </p:cNvPr>
          <p:cNvSpPr>
            <a:spLocks/>
          </p:cNvSpPr>
          <p:nvPr/>
        </p:nvSpPr>
        <p:spPr>
          <a:xfrm>
            <a:off x="707057" y="2229903"/>
            <a:ext cx="2651825" cy="393673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Inform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11F7C0-8006-0700-67C9-410E5CB89AA7}"/>
              </a:ext>
            </a:extLst>
          </p:cNvPr>
          <p:cNvSpPr>
            <a:spLocks/>
          </p:cNvSpPr>
          <p:nvPr/>
        </p:nvSpPr>
        <p:spPr>
          <a:xfrm>
            <a:off x="707057" y="2675395"/>
            <a:ext cx="2651825" cy="393673"/>
          </a:xfrm>
          <a:prstGeom prst="rect">
            <a:avLst/>
          </a:prstGeom>
          <a:solidFill>
            <a:schemeClr val="tx2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tx2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Represent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  <a:p>
            <a:pPr marL="0" marR="0" lvl="0" indent="0" algn="l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A09874-A028-BD1D-2349-D58F32F66650}"/>
              </a:ext>
            </a:extLst>
          </p:cNvPr>
          <p:cNvSpPr>
            <a:spLocks/>
          </p:cNvSpPr>
          <p:nvPr/>
        </p:nvSpPr>
        <p:spPr>
          <a:xfrm>
            <a:off x="707057" y="3115178"/>
            <a:ext cx="2651825" cy="393673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4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Challenge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57CD49-884C-4B0B-25A0-D058E52551BE}"/>
              </a:ext>
            </a:extLst>
          </p:cNvPr>
          <p:cNvSpPr>
            <a:spLocks/>
          </p:cNvSpPr>
          <p:nvPr/>
        </p:nvSpPr>
        <p:spPr>
          <a:xfrm>
            <a:off x="712047" y="3566379"/>
            <a:ext cx="2651825" cy="393673"/>
          </a:xfrm>
          <a:prstGeom prst="rect">
            <a:avLst/>
          </a:prstGeom>
          <a:solidFill>
            <a:srgbClr val="C4D600"/>
          </a:solidFill>
          <a:ln w="19050" cap="flat" cmpd="sng" algn="ctr">
            <a:noFill/>
            <a:prstDash val="solid"/>
            <a:miter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C4D600"/>
                </a:solidFill>
                <a:prstDash val="solid"/>
                <a:miter/>
              </a14:hiddenLine>
            </a:ext>
          </a:ex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Support</a:t>
            </a:r>
          </a:p>
        </p:txBody>
      </p:sp>
    </p:spTree>
    <p:extLst>
      <p:ext uri="{BB962C8B-B14F-4D97-AF65-F5344CB8AC3E}">
        <p14:creationId xmlns:p14="http://schemas.microsoft.com/office/powerpoint/2010/main" val="269487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8" grpId="0" animBg="1"/>
      <p:bldP spid="50" grpId="0" animBg="1"/>
      <p:bldP spid="51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MIO_ARROW">
            <a:extLst>
              <a:ext uri="{FF2B5EF4-FFF2-40B4-BE49-F238E27FC236}">
                <a16:creationId xmlns:a16="http://schemas.microsoft.com/office/drawing/2014/main" id="{02D944D8-F122-4F83-997F-FEC942B86FAA}"/>
              </a:ext>
            </a:extLst>
          </p:cNvPr>
          <p:cNvCxnSpPr>
            <a:cxnSpLocks/>
          </p:cNvCxnSpPr>
          <p:nvPr/>
        </p:nvCxnSpPr>
        <p:spPr>
          <a:xfrm>
            <a:off x="853102" y="2856039"/>
            <a:ext cx="11184134" cy="0"/>
          </a:xfrm>
          <a:prstGeom prst="straightConnector1">
            <a:avLst/>
          </a:prstGeom>
          <a:ln w="12700" cap="sq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Arrow">
            <a:extLst>
              <a:ext uri="{FF2B5EF4-FFF2-40B4-BE49-F238E27FC236}">
                <a16:creationId xmlns:a16="http://schemas.microsoft.com/office/drawing/2014/main" id="{FDC72E9F-FA43-4C73-9B4B-33D6476ABFCE}"/>
              </a:ext>
            </a:extLst>
          </p:cNvPr>
          <p:cNvGrpSpPr>
            <a:grpSpLocks/>
          </p:cNvGrpSpPr>
          <p:nvPr/>
        </p:nvGrpSpPr>
        <p:grpSpPr>
          <a:xfrm>
            <a:off x="3447791" y="2683271"/>
            <a:ext cx="156870" cy="345531"/>
            <a:chOff x="9758693" y="5365038"/>
            <a:chExt cx="361504" cy="660818"/>
          </a:xfrm>
        </p:grpSpPr>
        <p:sp>
          <p:nvSpPr>
            <p:cNvPr id="33" name="MIO_OBJECT4">
              <a:extLst>
                <a:ext uri="{FF2B5EF4-FFF2-40B4-BE49-F238E27FC236}">
                  <a16:creationId xmlns:a16="http://schemas.microsoft.com/office/drawing/2014/main" id="{D09CA87A-79FF-46BF-8A00-48CF61FCEC06}"/>
                </a:ext>
              </a:extLst>
            </p:cNvPr>
            <p:cNvSpPr>
              <a:spLocks/>
            </p:cNvSpPr>
            <p:nvPr/>
          </p:nvSpPr>
          <p:spPr bwMode="gray">
            <a:xfrm>
              <a:off x="9758693" y="5365038"/>
              <a:ext cx="215147" cy="660818"/>
            </a:xfrm>
            <a:prstGeom prst="chevron">
              <a:avLst>
                <a:gd name="adj" fmla="val 84727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28531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b="1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34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1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0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02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9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arabi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romanL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37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37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000" kern="10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616" rtl="0" eaLnBrk="0" fontAlgn="base" latinLnBrk="0" hangingPunct="0">
                <a:lnSpc>
                  <a:spcPts val="293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1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</p:txBody>
        </p:sp>
        <p:sp>
          <p:nvSpPr>
            <p:cNvPr id="34" name="MIO_OBJECT4">
              <a:extLst>
                <a:ext uri="{FF2B5EF4-FFF2-40B4-BE49-F238E27FC236}">
                  <a16:creationId xmlns:a16="http://schemas.microsoft.com/office/drawing/2014/main" id="{5373F27E-092F-429D-8993-153A05167E53}"/>
                </a:ext>
              </a:extLst>
            </p:cNvPr>
            <p:cNvSpPr>
              <a:spLocks/>
            </p:cNvSpPr>
            <p:nvPr/>
          </p:nvSpPr>
          <p:spPr bwMode="gray">
            <a:xfrm>
              <a:off x="9905050" y="5365038"/>
              <a:ext cx="215147" cy="660818"/>
            </a:xfrm>
            <a:prstGeom prst="chevron">
              <a:avLst>
                <a:gd name="adj" fmla="val 84727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28531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b="1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34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1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0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02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9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arabi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romanL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37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37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000" kern="10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616" rtl="0" eaLnBrk="0" fontAlgn="base" latinLnBrk="0" hangingPunct="0">
                <a:lnSpc>
                  <a:spcPts val="293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1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</p:txBody>
        </p:sp>
      </p:grpSp>
      <p:grpSp>
        <p:nvGrpSpPr>
          <p:cNvPr id="9" name="Arrow">
            <a:extLst>
              <a:ext uri="{FF2B5EF4-FFF2-40B4-BE49-F238E27FC236}">
                <a16:creationId xmlns:a16="http://schemas.microsoft.com/office/drawing/2014/main" id="{1E4D72BB-8ECC-4C4D-A2CD-AA321DEB5601}"/>
              </a:ext>
            </a:extLst>
          </p:cNvPr>
          <p:cNvGrpSpPr>
            <a:grpSpLocks/>
          </p:cNvGrpSpPr>
          <p:nvPr/>
        </p:nvGrpSpPr>
        <p:grpSpPr>
          <a:xfrm>
            <a:off x="6203892" y="2683271"/>
            <a:ext cx="156870" cy="345531"/>
            <a:chOff x="9758693" y="5365038"/>
            <a:chExt cx="361504" cy="660818"/>
          </a:xfrm>
        </p:grpSpPr>
        <p:sp>
          <p:nvSpPr>
            <p:cNvPr id="31" name="MIO_OBJECT4">
              <a:extLst>
                <a:ext uri="{FF2B5EF4-FFF2-40B4-BE49-F238E27FC236}">
                  <a16:creationId xmlns:a16="http://schemas.microsoft.com/office/drawing/2014/main" id="{32C04CEF-E21F-44D5-8F1D-55F34E918EF2}"/>
                </a:ext>
              </a:extLst>
            </p:cNvPr>
            <p:cNvSpPr>
              <a:spLocks/>
            </p:cNvSpPr>
            <p:nvPr/>
          </p:nvSpPr>
          <p:spPr bwMode="gray">
            <a:xfrm>
              <a:off x="9758693" y="5365038"/>
              <a:ext cx="215147" cy="660818"/>
            </a:xfrm>
            <a:prstGeom prst="chevron">
              <a:avLst>
                <a:gd name="adj" fmla="val 84727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28531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b="1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34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1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0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02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9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arabi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romanL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37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37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000" kern="10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616" rtl="0" eaLnBrk="0" fontAlgn="base" latinLnBrk="0" hangingPunct="0">
                <a:lnSpc>
                  <a:spcPts val="293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1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</p:txBody>
        </p:sp>
        <p:sp>
          <p:nvSpPr>
            <p:cNvPr id="32" name="MIO_OBJECT4">
              <a:extLst>
                <a:ext uri="{FF2B5EF4-FFF2-40B4-BE49-F238E27FC236}">
                  <a16:creationId xmlns:a16="http://schemas.microsoft.com/office/drawing/2014/main" id="{8DC22A4C-6E60-404D-8DBA-69C72705A14D}"/>
                </a:ext>
              </a:extLst>
            </p:cNvPr>
            <p:cNvSpPr>
              <a:spLocks/>
            </p:cNvSpPr>
            <p:nvPr/>
          </p:nvSpPr>
          <p:spPr bwMode="gray">
            <a:xfrm>
              <a:off x="9905050" y="5365038"/>
              <a:ext cx="215147" cy="660818"/>
            </a:xfrm>
            <a:prstGeom prst="chevron">
              <a:avLst>
                <a:gd name="adj" fmla="val 84727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28531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b="1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34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1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0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02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9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arabi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romanL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37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37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000" kern="10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616" rtl="0" eaLnBrk="0" fontAlgn="base" latinLnBrk="0" hangingPunct="0">
                <a:lnSpc>
                  <a:spcPts val="293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1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</p:txBody>
        </p:sp>
      </p:grpSp>
      <p:grpSp>
        <p:nvGrpSpPr>
          <p:cNvPr id="10" name="Arrow">
            <a:extLst>
              <a:ext uri="{FF2B5EF4-FFF2-40B4-BE49-F238E27FC236}">
                <a16:creationId xmlns:a16="http://schemas.microsoft.com/office/drawing/2014/main" id="{C81EDBB0-76CB-49FF-B3CC-2FE818730982}"/>
              </a:ext>
            </a:extLst>
          </p:cNvPr>
          <p:cNvGrpSpPr>
            <a:grpSpLocks/>
          </p:cNvGrpSpPr>
          <p:nvPr/>
        </p:nvGrpSpPr>
        <p:grpSpPr>
          <a:xfrm>
            <a:off x="8959987" y="2683271"/>
            <a:ext cx="156870" cy="345531"/>
            <a:chOff x="9758693" y="5365038"/>
            <a:chExt cx="361504" cy="660818"/>
          </a:xfrm>
        </p:grpSpPr>
        <p:sp>
          <p:nvSpPr>
            <p:cNvPr id="29" name="MIO_OBJECT4">
              <a:extLst>
                <a:ext uri="{FF2B5EF4-FFF2-40B4-BE49-F238E27FC236}">
                  <a16:creationId xmlns:a16="http://schemas.microsoft.com/office/drawing/2014/main" id="{2E0FFD15-A75F-4B33-A22D-4C0448174A37}"/>
                </a:ext>
              </a:extLst>
            </p:cNvPr>
            <p:cNvSpPr>
              <a:spLocks/>
            </p:cNvSpPr>
            <p:nvPr/>
          </p:nvSpPr>
          <p:spPr bwMode="gray">
            <a:xfrm>
              <a:off x="9758693" y="5365038"/>
              <a:ext cx="215147" cy="660818"/>
            </a:xfrm>
            <a:prstGeom prst="chevron">
              <a:avLst>
                <a:gd name="adj" fmla="val 84727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28531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b="1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34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1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0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02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9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arabi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romanL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37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37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000" kern="10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616" rtl="0" eaLnBrk="0" fontAlgn="base" latinLnBrk="0" hangingPunct="0">
                <a:lnSpc>
                  <a:spcPts val="293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1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</p:txBody>
        </p:sp>
        <p:sp>
          <p:nvSpPr>
            <p:cNvPr id="30" name="MIO_OBJECT4">
              <a:extLst>
                <a:ext uri="{FF2B5EF4-FFF2-40B4-BE49-F238E27FC236}">
                  <a16:creationId xmlns:a16="http://schemas.microsoft.com/office/drawing/2014/main" id="{3A8BF5DC-A922-4E46-A761-01C6907E73B0}"/>
                </a:ext>
              </a:extLst>
            </p:cNvPr>
            <p:cNvSpPr>
              <a:spLocks/>
            </p:cNvSpPr>
            <p:nvPr/>
          </p:nvSpPr>
          <p:spPr bwMode="gray">
            <a:xfrm>
              <a:off x="9905050" y="5365038"/>
              <a:ext cx="215147" cy="660818"/>
            </a:xfrm>
            <a:prstGeom prst="chevron">
              <a:avLst>
                <a:gd name="adj" fmla="val 84727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28531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600" b="1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34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1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10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02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SzPct val="90000"/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arabi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68000" indent="-234000" algn="l" defTabSz="37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737"/>
                </a:spcAft>
                <a:buFont typeface="+mj-lt"/>
                <a:buAutoNum type="romanLcPeriod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37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37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737"/>
                </a:spcAft>
                <a:buFontTx/>
                <a:buNone/>
                <a:defRPr sz="1000" kern="10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616" rtl="0" eaLnBrk="0" fontAlgn="base" latinLnBrk="0" hangingPunct="0">
                <a:lnSpc>
                  <a:spcPts val="293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1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Microsoft JhengHei"/>
                <a:cs typeface="Arial"/>
              </a:endParaRPr>
            </a:p>
          </p:txBody>
        </p:sp>
      </p:grpSp>
      <p:sp>
        <p:nvSpPr>
          <p:cNvPr id="11" name="Textfeld 20">
            <a:extLst>
              <a:ext uri="{FF2B5EF4-FFF2-40B4-BE49-F238E27FC236}">
                <a16:creationId xmlns:a16="http://schemas.microsoft.com/office/drawing/2014/main" id="{4B98AE43-B901-41B8-8039-D0802485CA24}"/>
              </a:ext>
            </a:extLst>
          </p:cNvPr>
          <p:cNvSpPr txBox="1"/>
          <p:nvPr/>
        </p:nvSpPr>
        <p:spPr>
          <a:xfrm>
            <a:off x="1808876" y="2466685"/>
            <a:ext cx="678655" cy="77870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737"/>
              </a:spcAft>
              <a:buClr>
                <a:srgbClr val="10069F"/>
              </a:buClr>
              <a:buSzPct val="100000"/>
              <a:buFontTx/>
              <a:buNone/>
              <a:tabLst/>
              <a:defRPr/>
            </a:pPr>
            <a:r>
              <a:rPr kumimoji="0" lang="nl-NL" sz="4000" b="1" i="0" u="none" strike="noStrike" kern="1200" cap="none" spc="0" normalizeH="0" baseline="0" noProof="0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1</a:t>
            </a:r>
          </a:p>
        </p:txBody>
      </p:sp>
      <p:sp>
        <p:nvSpPr>
          <p:cNvPr id="12" name="Textfeld 24">
            <a:extLst>
              <a:ext uri="{FF2B5EF4-FFF2-40B4-BE49-F238E27FC236}">
                <a16:creationId xmlns:a16="http://schemas.microsoft.com/office/drawing/2014/main" id="{0629668E-7F0A-43DC-BAAF-5E9F2E6E644B}"/>
              </a:ext>
            </a:extLst>
          </p:cNvPr>
          <p:cNvSpPr txBox="1"/>
          <p:nvPr/>
        </p:nvSpPr>
        <p:spPr>
          <a:xfrm>
            <a:off x="4564976" y="2466685"/>
            <a:ext cx="678655" cy="77870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737"/>
              </a:spcAft>
              <a:buClr>
                <a:srgbClr val="10069F"/>
              </a:buClr>
              <a:buSzPct val="100000"/>
              <a:buFontTx/>
              <a:buNone/>
              <a:tabLst/>
              <a:defRPr/>
            </a:pPr>
            <a:r>
              <a:rPr kumimoji="0" lang="nl-NL" sz="4000" b="1" i="0" u="none" strike="noStrike" kern="1200" cap="none" spc="0" normalizeH="0" baseline="0" noProof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2</a:t>
            </a:r>
          </a:p>
        </p:txBody>
      </p:sp>
      <p:sp>
        <p:nvSpPr>
          <p:cNvPr id="13" name="Textfeld 28">
            <a:extLst>
              <a:ext uri="{FF2B5EF4-FFF2-40B4-BE49-F238E27FC236}">
                <a16:creationId xmlns:a16="http://schemas.microsoft.com/office/drawing/2014/main" id="{D1F49DD9-CB79-4FCB-97F0-4927B957669D}"/>
              </a:ext>
            </a:extLst>
          </p:cNvPr>
          <p:cNvSpPr txBox="1"/>
          <p:nvPr/>
        </p:nvSpPr>
        <p:spPr>
          <a:xfrm>
            <a:off x="7321073" y="2466685"/>
            <a:ext cx="678655" cy="77870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1" i="0" u="none" strike="noStrike" kern="1200" cap="none" spc="0" normalizeH="0" baseline="0" noProof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3</a:t>
            </a:r>
          </a:p>
        </p:txBody>
      </p:sp>
      <p:sp>
        <p:nvSpPr>
          <p:cNvPr id="14" name="Textfeld 32">
            <a:extLst>
              <a:ext uri="{FF2B5EF4-FFF2-40B4-BE49-F238E27FC236}">
                <a16:creationId xmlns:a16="http://schemas.microsoft.com/office/drawing/2014/main" id="{4104AEE3-4DE0-47A4-BF2F-1B961179B752}"/>
              </a:ext>
            </a:extLst>
          </p:cNvPr>
          <p:cNvSpPr txBox="1"/>
          <p:nvPr/>
        </p:nvSpPr>
        <p:spPr>
          <a:xfrm>
            <a:off x="10077162" y="2466685"/>
            <a:ext cx="678655" cy="77870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1" i="0" u="none" strike="noStrike" kern="1200" cap="none" spc="0" normalizeH="0" baseline="0" noProof="0">
                <a:ln>
                  <a:noFill/>
                </a:ln>
                <a:solidFill>
                  <a:srgbClr val="43B02A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4</a:t>
            </a:r>
          </a:p>
        </p:txBody>
      </p:sp>
      <p:pic>
        <p:nvPicPr>
          <p:cNvPr id="15" name="MIO_OBJECT5" descr="Cheers with solid fill">
            <a:extLst>
              <a:ext uri="{FF2B5EF4-FFF2-40B4-BE49-F238E27FC236}">
                <a16:creationId xmlns:a16="http://schemas.microsoft.com/office/drawing/2014/main" id="{D537C013-BA36-4A43-92D7-3657A83F40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16068" y="1370013"/>
            <a:ext cx="846658" cy="846658"/>
          </a:xfrm>
          <a:prstGeom prst="rect">
            <a:avLst/>
          </a:prstGeom>
        </p:spPr>
      </p:pic>
      <p:pic>
        <p:nvPicPr>
          <p:cNvPr id="16" name="MIO_OBJECT4" descr="Clapping hands with solid fill">
            <a:extLst>
              <a:ext uri="{FF2B5EF4-FFF2-40B4-BE49-F238E27FC236}">
                <a16:creationId xmlns:a16="http://schemas.microsoft.com/office/drawing/2014/main" id="{FFE18665-7F30-44CE-9CD6-D016D9DCA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47779" y="1370013"/>
            <a:ext cx="846658" cy="846658"/>
          </a:xfrm>
          <a:prstGeom prst="rect">
            <a:avLst/>
          </a:prstGeom>
        </p:spPr>
      </p:pic>
      <p:pic>
        <p:nvPicPr>
          <p:cNvPr id="17" name="MIO_OBJECT1" descr="Handshake with solid fill">
            <a:extLst>
              <a:ext uri="{FF2B5EF4-FFF2-40B4-BE49-F238E27FC236}">
                <a16:creationId xmlns:a16="http://schemas.microsoft.com/office/drawing/2014/main" id="{8413E002-0D09-4A45-A313-6102758E5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503874" y="1370013"/>
            <a:ext cx="846658" cy="846658"/>
          </a:xfrm>
          <a:prstGeom prst="rect">
            <a:avLst/>
          </a:prstGeom>
        </p:spPr>
      </p:pic>
      <p:pic>
        <p:nvPicPr>
          <p:cNvPr id="18" name="MIO_OBJECT2" descr="Open hand with plant with solid fill">
            <a:extLst>
              <a:ext uri="{FF2B5EF4-FFF2-40B4-BE49-F238E27FC236}">
                <a16:creationId xmlns:a16="http://schemas.microsoft.com/office/drawing/2014/main" id="{7B1777E7-9325-4C18-BE45-5D2ECC6FC8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259974" y="1370013"/>
            <a:ext cx="846658" cy="846658"/>
          </a:xfrm>
          <a:prstGeom prst="rect">
            <a:avLst/>
          </a:prstGeom>
        </p:spPr>
      </p:pic>
      <p:sp>
        <p:nvSpPr>
          <p:cNvPr id="19" name="MIO_TEXTBOX_HEADER">
            <a:hlinkClick r:id="" action="ppaction://noaction"/>
            <a:extLst>
              <a:ext uri="{FF2B5EF4-FFF2-40B4-BE49-F238E27FC236}">
                <a16:creationId xmlns:a16="http://schemas.microsoft.com/office/drawing/2014/main" id="{99E4B796-618B-4C35-909C-3E9DD551A55F}"/>
              </a:ext>
            </a:extLst>
          </p:cNvPr>
          <p:cNvSpPr txBox="1"/>
          <p:nvPr/>
        </p:nvSpPr>
        <p:spPr>
          <a:xfrm>
            <a:off x="853101" y="3683005"/>
            <a:ext cx="2332880" cy="362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Staff Recognition</a:t>
            </a:r>
            <a:endParaRPr kumimoji="0" lang="nl-NL" sz="2000" b="1" i="0" u="none" strike="noStrike" kern="1200" cap="none" spc="0" normalizeH="0" baseline="0" noProof="0">
              <a:ln>
                <a:noFill/>
              </a:ln>
              <a:solidFill>
                <a:srgbClr val="10069F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0" name="MIO_TEXTBOX_HEADER">
            <a:hlinkClick r:id="" action="ppaction://noaction"/>
            <a:extLst>
              <a:ext uri="{FF2B5EF4-FFF2-40B4-BE49-F238E27FC236}">
                <a16:creationId xmlns:a16="http://schemas.microsoft.com/office/drawing/2014/main" id="{A23267D3-6565-49BA-B442-E4A4F3A36FB5}"/>
              </a:ext>
            </a:extLst>
          </p:cNvPr>
          <p:cNvSpPr txBox="1"/>
          <p:nvPr/>
        </p:nvSpPr>
        <p:spPr>
          <a:xfrm>
            <a:off x="3694974" y="3683005"/>
            <a:ext cx="2332880" cy="362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Manager Approval</a:t>
            </a:r>
          </a:p>
        </p:txBody>
      </p:sp>
      <p:sp>
        <p:nvSpPr>
          <p:cNvPr id="21" name="MIO_TEXTBOX_HEADER">
            <a:extLst>
              <a:ext uri="{FF2B5EF4-FFF2-40B4-BE49-F238E27FC236}">
                <a16:creationId xmlns:a16="http://schemas.microsoft.com/office/drawing/2014/main" id="{8F1AFBDF-6BCB-43DA-9AF3-85F7ADC36D28}"/>
              </a:ext>
            </a:extLst>
          </p:cNvPr>
          <p:cNvSpPr txBox="1"/>
          <p:nvPr/>
        </p:nvSpPr>
        <p:spPr>
          <a:xfrm>
            <a:off x="6536848" y="3683005"/>
            <a:ext cx="2332880" cy="362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Key User 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Meeting</a:t>
            </a:r>
          </a:p>
        </p:txBody>
      </p:sp>
      <p:sp>
        <p:nvSpPr>
          <p:cNvPr id="22" name="MIO_TEXTBOX_HEADER">
            <a:extLst>
              <a:ext uri="{FF2B5EF4-FFF2-40B4-BE49-F238E27FC236}">
                <a16:creationId xmlns:a16="http://schemas.microsoft.com/office/drawing/2014/main" id="{26524450-6DCB-4AB0-A628-1568A2157782}"/>
              </a:ext>
            </a:extLst>
          </p:cNvPr>
          <p:cNvSpPr txBox="1"/>
          <p:nvPr/>
        </p:nvSpPr>
        <p:spPr>
          <a:xfrm>
            <a:off x="9195363" y="3670336"/>
            <a:ext cx="2895329" cy="362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Embed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in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organization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10069F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</a:p>
        </p:txBody>
      </p:sp>
      <p:sp>
        <p:nvSpPr>
          <p:cNvPr id="27" name="EMPOWER_LAYOUTTOOLS_FIT_TO_AREA" hidden="1">
            <a:extLst>
              <a:ext uri="{FF2B5EF4-FFF2-40B4-BE49-F238E27FC236}">
                <a16:creationId xmlns:a16="http://schemas.microsoft.com/office/drawing/2014/main" id="{A690426F-5D59-4C05-8204-1C7BC2F84081}"/>
              </a:ext>
            </a:extLst>
          </p:cNvPr>
          <p:cNvSpPr/>
          <p:nvPr/>
        </p:nvSpPr>
        <p:spPr>
          <a:xfrm>
            <a:off x="136224" y="107833"/>
            <a:ext cx="0" cy="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666666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860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95F33C84-13FE-482E-BFDA-2131DFB3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Roll-out Key User Organization</a:t>
            </a:r>
          </a:p>
        </p:txBody>
      </p:sp>
      <p:sp>
        <p:nvSpPr>
          <p:cNvPr id="36" name="Subtitle 35">
            <a:extLst>
              <a:ext uri="{FF2B5EF4-FFF2-40B4-BE49-F238E27FC236}">
                <a16:creationId xmlns:a16="http://schemas.microsoft.com/office/drawing/2014/main" id="{87B3C6A6-02C6-4E96-A55C-AEF72EC265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PROCESS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FEC1D-0A40-C3C7-68A6-EC1CF46E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7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September 1,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0D5C7-A430-1876-A42C-08F5FF96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7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Page </a:t>
            </a:r>
            <a:fld id="{A2218858-49EA-4BF8-8EFE-B88A4580565A}" type="slidenum">
              <a:rPr kumimoji="0" lang="nl-NL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pPr marL="0" marR="0" lvl="0" indent="0" algn="r" defTabSz="37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2" name="MIO_TEXTBOX_BODY">
            <a:extLst>
              <a:ext uri="{FF2B5EF4-FFF2-40B4-BE49-F238E27FC236}">
                <a16:creationId xmlns:a16="http://schemas.microsoft.com/office/drawing/2014/main" id="{0B5DCB0B-DC50-2D13-1374-CC6CC2DA14DA}"/>
              </a:ext>
            </a:extLst>
          </p:cNvPr>
          <p:cNvSpPr txBox="1"/>
          <p:nvPr/>
        </p:nvSpPr>
        <p:spPr>
          <a:xfrm>
            <a:off x="975044" y="4162229"/>
            <a:ext cx="2332880" cy="18877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Involve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  <a:r>
              <a:rPr kumimoji="0" lang="nl-NL" sz="16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factory</a:t>
            </a:r>
            <a:r>
              <a:rPr kumimoji="0" lang="nl-NL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staff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by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outlining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the key user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organizations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’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necessity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and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value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. </a:t>
            </a:r>
          </a:p>
          <a:p>
            <a:pPr marL="0" marR="0" lvl="0" indent="0" algn="ctr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Obtain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feedback on and support for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initiative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.</a:t>
            </a:r>
          </a:p>
        </p:txBody>
      </p:sp>
      <p:sp>
        <p:nvSpPr>
          <p:cNvPr id="3" name="MIO_TEXTBOX_BODY">
            <a:extLst>
              <a:ext uri="{FF2B5EF4-FFF2-40B4-BE49-F238E27FC236}">
                <a16:creationId xmlns:a16="http://schemas.microsoft.com/office/drawing/2014/main" id="{36125DED-3097-9539-7D80-BD225E8B8923}"/>
              </a:ext>
            </a:extLst>
          </p:cNvPr>
          <p:cNvSpPr txBox="1"/>
          <p:nvPr/>
        </p:nvSpPr>
        <p:spPr>
          <a:xfrm>
            <a:off x="3816917" y="4162229"/>
            <a:ext cx="2332880" cy="18877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lvl1pPr>
              <a:buFont typeface="Arial" panose="020B0604020202020204" pitchFamily="34" charset="0"/>
              <a:buChar char="•"/>
            </a:lvl1pPr>
            <a:lvl2pPr>
              <a:buFont typeface="Arial" panose="020B0604020202020204" pitchFamily="34" charset="0"/>
              <a:buChar char="•"/>
            </a:lvl2pPr>
            <a:lvl3pPr>
              <a:buSzPct val="110000"/>
              <a:buFont typeface="Arial" panose="020B0604020202020204" pitchFamily="34" charset="0"/>
              <a:buChar char="•"/>
            </a:lvl3pPr>
            <a:lvl4pPr>
              <a:buSzPct val="100000"/>
              <a:buFont typeface="Arial" panose="020B0604020202020204" pitchFamily="34" charset="0"/>
              <a:buChar char="•"/>
            </a:lvl4pPr>
            <a:lvl5pPr>
              <a:buSzPct val="90000"/>
              <a:buFont typeface="Arial" panose="020B0604020202020204" pitchFamily="34" charset="0"/>
              <a:buChar char="•"/>
            </a:lvl5pPr>
            <a:lvl6pPr>
              <a:buFont typeface="Arial" panose="020B0604020202020204" pitchFamily="34" charset="0"/>
              <a:buChar char="•"/>
            </a:lvl6pPr>
            <a:lvl7pPr>
              <a:buFont typeface="Arial" panose="020B0604020202020204" pitchFamily="34" charset="0"/>
              <a:buChar char="•"/>
            </a:lvl7pPr>
            <a:lvl8pPr>
              <a:buFont typeface="Arial" panose="020B0604020202020204" pitchFamily="34" charset="0"/>
              <a:buChar char="•"/>
            </a:lvl8pPr>
          </a:lstStyle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Involve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  <a:r>
              <a:rPr kumimoji="0" lang="nl-NL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managers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(TLs/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GLs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) in key user concept, including direct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costs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and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savings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.</a:t>
            </a:r>
          </a:p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Enable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key user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appointment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for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each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department.</a:t>
            </a:r>
          </a:p>
          <a:p>
            <a:pPr marL="0" marR="0" lvl="0" indent="0" algn="ctr" defTabSz="37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JhengHei"/>
              <a:cs typeface="Arial"/>
            </a:endParaRPr>
          </a:p>
        </p:txBody>
      </p:sp>
      <p:sp>
        <p:nvSpPr>
          <p:cNvPr id="4" name="MIO_TEXTBOX_BODY">
            <a:extLst>
              <a:ext uri="{FF2B5EF4-FFF2-40B4-BE49-F238E27FC236}">
                <a16:creationId xmlns:a16="http://schemas.microsoft.com/office/drawing/2014/main" id="{EF38B549-428F-977B-D565-203331F13BD5}"/>
              </a:ext>
            </a:extLst>
          </p:cNvPr>
          <p:cNvSpPr txBox="1"/>
          <p:nvPr/>
        </p:nvSpPr>
        <p:spPr>
          <a:xfrm>
            <a:off x="6658791" y="4162229"/>
            <a:ext cx="2332880" cy="18877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Host a key user meeting</a:t>
            </a:r>
            <a:r>
              <a:rPr kumimoji="0" lang="nl-NL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with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interested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  <a:r>
              <a:rPr kumimoji="0" lang="nl-NL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end users</a:t>
            </a:r>
            <a:r>
              <a:rPr kumimoji="0" lang="nl-NL" sz="1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. </a:t>
            </a:r>
          </a:p>
          <a:p>
            <a:pPr marL="0" marR="0" lvl="0" indent="0" algn="ctr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Experience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the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organizations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’ benefits and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address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potential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pitfalls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.</a:t>
            </a:r>
          </a:p>
        </p:txBody>
      </p:sp>
      <p:sp>
        <p:nvSpPr>
          <p:cNvPr id="23" name="MIO_TEXTBOX_BODY">
            <a:extLst>
              <a:ext uri="{FF2B5EF4-FFF2-40B4-BE49-F238E27FC236}">
                <a16:creationId xmlns:a16="http://schemas.microsoft.com/office/drawing/2014/main" id="{01C9513C-6539-83DD-9966-AAA3384DFB01}"/>
              </a:ext>
            </a:extLst>
          </p:cNvPr>
          <p:cNvSpPr txBox="1"/>
          <p:nvPr/>
        </p:nvSpPr>
        <p:spPr>
          <a:xfrm>
            <a:off x="9500662" y="4162229"/>
            <a:ext cx="2332880" cy="18877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SzPct val="9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arabi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000" indent="-234000" algn="l" defTabSz="37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Font typeface="+mj-lt"/>
              <a:buAutoNum type="romanLcPeriod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37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737"/>
              </a:spcAft>
              <a:buFontTx/>
              <a:buNone/>
              <a:defRPr sz="1000" kern="10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Connect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 key users, staff, supporting departments and IT, via key user organization.</a:t>
            </a:r>
          </a:p>
          <a:p>
            <a:pPr marL="0" marR="0" lvl="0" indent="0" algn="ctr" defTabSz="37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737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JhengHei"/>
                <a:cs typeface="Arial"/>
              </a:rPr>
              <a:t>Improve day-to-day operations.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441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8A784860-C54A-4CF7-9566-6E98685A0C7E}"/>
              </a:ext>
            </a:extLst>
          </p:cNvPr>
          <p:cNvGrpSpPr/>
          <p:nvPr/>
        </p:nvGrpSpPr>
        <p:grpSpPr>
          <a:xfrm>
            <a:off x="133077" y="6055640"/>
            <a:ext cx="1933926" cy="669038"/>
            <a:chOff x="-12828" y="1114398"/>
            <a:chExt cx="1932754" cy="1236749"/>
          </a:xfrm>
        </p:grpSpPr>
        <p:sp>
          <p:nvSpPr>
            <p:cNvPr id="43" name="Rectangle: Single Corner Rounded 42">
              <a:extLst>
                <a:ext uri="{FF2B5EF4-FFF2-40B4-BE49-F238E27FC236}">
                  <a16:creationId xmlns:a16="http://schemas.microsoft.com/office/drawing/2014/main" id="{0359987A-12C3-44DA-B73C-B5671EAB03B4}"/>
                </a:ext>
              </a:extLst>
            </p:cNvPr>
            <p:cNvSpPr/>
            <p:nvPr/>
          </p:nvSpPr>
          <p:spPr>
            <a:xfrm rot="10800000">
              <a:off x="-12828" y="1161393"/>
              <a:ext cx="1932754" cy="1189754"/>
            </a:xfrm>
            <a:prstGeom prst="round1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44" name="Rectangle: Single Corner Rounded 4">
              <a:extLst>
                <a:ext uri="{FF2B5EF4-FFF2-40B4-BE49-F238E27FC236}">
                  <a16:creationId xmlns:a16="http://schemas.microsoft.com/office/drawing/2014/main" id="{97247154-15CF-4E6F-9256-617D252EB9A6}"/>
                </a:ext>
              </a:extLst>
            </p:cNvPr>
            <p:cNvSpPr txBox="1"/>
            <p:nvPr/>
          </p:nvSpPr>
          <p:spPr>
            <a:xfrm>
              <a:off x="-12828" y="1114398"/>
              <a:ext cx="1932754" cy="118975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128016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nl-NL" kern="1200"/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nl-NL" kern="1200"/>
                <a:t>Germany </a:t>
              </a:r>
              <a:endParaRPr lang="en-US" kern="120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64D5AB1-0E62-4CEC-9DC6-EE0DAED89235}"/>
              </a:ext>
            </a:extLst>
          </p:cNvPr>
          <p:cNvGrpSpPr/>
          <p:nvPr/>
        </p:nvGrpSpPr>
        <p:grpSpPr>
          <a:xfrm>
            <a:off x="134562" y="788609"/>
            <a:ext cx="1932754" cy="3446278"/>
            <a:chOff x="-12829" y="-28361"/>
            <a:chExt cx="1932754" cy="1189755"/>
          </a:xfrm>
        </p:grpSpPr>
        <p:sp>
          <p:nvSpPr>
            <p:cNvPr id="9" name="Rectangle: Single Corner Rounded 8">
              <a:extLst>
                <a:ext uri="{FF2B5EF4-FFF2-40B4-BE49-F238E27FC236}">
                  <a16:creationId xmlns:a16="http://schemas.microsoft.com/office/drawing/2014/main" id="{00B9E3F5-55E5-4161-AAD1-5DE004A98EAA}"/>
                </a:ext>
              </a:extLst>
            </p:cNvPr>
            <p:cNvSpPr/>
            <p:nvPr/>
          </p:nvSpPr>
          <p:spPr>
            <a:xfrm rot="16200000">
              <a:off x="358671" y="-399860"/>
              <a:ext cx="1189754" cy="1932754"/>
            </a:xfrm>
            <a:prstGeom prst="round1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0" name="Rectangle: Single Corner Rounded 4">
              <a:extLst>
                <a:ext uri="{FF2B5EF4-FFF2-40B4-BE49-F238E27FC236}">
                  <a16:creationId xmlns:a16="http://schemas.microsoft.com/office/drawing/2014/main" id="{3D702798-3FD5-4A71-ADF9-1710236E23BE}"/>
                </a:ext>
              </a:extLst>
            </p:cNvPr>
            <p:cNvSpPr txBox="1"/>
            <p:nvPr/>
          </p:nvSpPr>
          <p:spPr>
            <a:xfrm>
              <a:off x="-12829" y="-28361"/>
              <a:ext cx="1932754" cy="11833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6" rIns="128016" bIns="128016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nl-NL" kern="1200">
                  <a:solidFill>
                    <a:schemeClr val="bg1"/>
                  </a:solidFill>
                </a:rPr>
                <a:t>Netherlands</a:t>
              </a:r>
              <a:endParaRPr lang="en-US" kern="1200">
                <a:solidFill>
                  <a:schemeClr val="bg1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E7A2339-7F58-4538-9D6C-49F6E50D48FD}"/>
              </a:ext>
            </a:extLst>
          </p:cNvPr>
          <p:cNvSpPr/>
          <p:nvPr/>
        </p:nvSpPr>
        <p:spPr>
          <a:xfrm>
            <a:off x="134561" y="4292445"/>
            <a:ext cx="1932755" cy="10629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r>
              <a:rPr lang="en-US"/>
              <a:t>United States </a:t>
            </a:r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58A5C5-6CEA-4016-9E05-527AAA25A236}"/>
              </a:ext>
            </a:extLst>
          </p:cNvPr>
          <p:cNvSpPr/>
          <p:nvPr/>
        </p:nvSpPr>
        <p:spPr>
          <a:xfrm>
            <a:off x="134562" y="5412910"/>
            <a:ext cx="1933926" cy="591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r>
              <a:rPr lang="en-US"/>
              <a:t>Taiwan</a:t>
            </a:r>
            <a:endParaRPr lang="nl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2AD50B-F48F-4417-88B2-12F6BF2AA23A}"/>
              </a:ext>
            </a:extLst>
          </p:cNvPr>
          <p:cNvSpPr/>
          <p:nvPr/>
        </p:nvSpPr>
        <p:spPr>
          <a:xfrm>
            <a:off x="2121818" y="6055640"/>
            <a:ext cx="2539677" cy="64260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Berlin Factory (BF)</a:t>
            </a:r>
            <a:endParaRPr lang="nl-NL" sz="14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C2AC12-BBC0-49D1-AA24-8B36B64A4D8E}"/>
              </a:ext>
            </a:extLst>
          </p:cNvPr>
          <p:cNvSpPr/>
          <p:nvPr/>
        </p:nvSpPr>
        <p:spPr>
          <a:xfrm>
            <a:off x="2121819" y="5417626"/>
            <a:ext cx="2539677" cy="28797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Tainan Factory (TNF)</a:t>
            </a:r>
            <a:endParaRPr lang="nl-NL" sz="14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039340-754E-4DB3-A018-9163EF020A55}"/>
              </a:ext>
            </a:extLst>
          </p:cNvPr>
          <p:cNvSpPr/>
          <p:nvPr/>
        </p:nvSpPr>
        <p:spPr>
          <a:xfrm>
            <a:off x="2121819" y="5747546"/>
            <a:ext cx="2539677" cy="256969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>
                <a:solidFill>
                  <a:schemeClr val="tx1"/>
                </a:solidFill>
              </a:rPr>
              <a:t>Linkou</a:t>
            </a:r>
            <a:r>
              <a:rPr lang="en-US" sz="1400">
                <a:solidFill>
                  <a:schemeClr val="tx1"/>
                </a:solidFill>
              </a:rPr>
              <a:t> Factory (LF)</a:t>
            </a:r>
            <a:endParaRPr lang="nl-NL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A27116-5014-4167-A89B-DDA0FECEB811}"/>
              </a:ext>
            </a:extLst>
          </p:cNvPr>
          <p:cNvSpPr/>
          <p:nvPr/>
        </p:nvSpPr>
        <p:spPr>
          <a:xfrm>
            <a:off x="2114111" y="4291041"/>
            <a:ext cx="2548210" cy="324448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Wilton Factory (WF)</a:t>
            </a:r>
            <a:endParaRPr lang="nl-NL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093FC9-4E3A-4F15-9E7D-80F348007A8B}"/>
              </a:ext>
            </a:extLst>
          </p:cNvPr>
          <p:cNvSpPr/>
          <p:nvPr/>
        </p:nvSpPr>
        <p:spPr>
          <a:xfrm>
            <a:off x="2121819" y="5072693"/>
            <a:ext cx="2539677" cy="27055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Cymer Light Source (CLS)</a:t>
            </a:r>
            <a:endParaRPr lang="nl-NL" sz="1400">
              <a:solidFill>
                <a:schemeClr val="tx1"/>
              </a:solidFill>
            </a:endParaRPr>
          </a:p>
        </p:txBody>
      </p:sp>
      <p:pic>
        <p:nvPicPr>
          <p:cNvPr id="4" name="Picture 21">
            <a:extLst>
              <a:ext uri="{FF2B5EF4-FFF2-40B4-BE49-F238E27FC236}">
                <a16:creationId xmlns:a16="http://schemas.microsoft.com/office/drawing/2014/main" id="{34982CCB-F075-E10A-0263-25C7FA91BCD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81727" y="6092383"/>
            <a:ext cx="435619" cy="28720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432BD6A-740C-C931-0E96-0DA3179862D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/>
        </p:blipFill>
        <p:spPr>
          <a:xfrm>
            <a:off x="895685" y="5456177"/>
            <a:ext cx="431350" cy="28720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B3E328-55DF-4BDB-BA6D-A2D7FD390474}"/>
              </a:ext>
            </a:extLst>
          </p:cNvPr>
          <p:cNvSpPr/>
          <p:nvPr/>
        </p:nvSpPr>
        <p:spPr>
          <a:xfrm>
            <a:off x="2120993" y="4666293"/>
            <a:ext cx="2540503" cy="349458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San Diego Factory (SF)</a:t>
            </a:r>
            <a:endParaRPr lang="nl-NL" sz="1400">
              <a:solidFill>
                <a:schemeClr val="tx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E17D2D9-2BED-14AA-7BCC-F971956E1DD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81727" y="4543616"/>
            <a:ext cx="431350" cy="28720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145AD5A-C4FE-F8F3-7860-D481767674A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95685" y="2024243"/>
            <a:ext cx="435619" cy="29041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AE73E04-EEC0-4EEC-8BFF-810398C6A8FD}"/>
              </a:ext>
            </a:extLst>
          </p:cNvPr>
          <p:cNvSpPr/>
          <p:nvPr/>
        </p:nvSpPr>
        <p:spPr>
          <a:xfrm>
            <a:off x="2116499" y="788609"/>
            <a:ext cx="2545824" cy="1104147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>
                <a:solidFill>
                  <a:schemeClr val="tx1"/>
                </a:solidFill>
              </a:rPr>
              <a:t>Twinscan</a:t>
            </a:r>
            <a:r>
              <a:rPr lang="en-US" sz="1400">
                <a:solidFill>
                  <a:schemeClr val="tx1"/>
                </a:solidFill>
              </a:rPr>
              <a:t> Factory (TF)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200" i="1">
                <a:solidFill>
                  <a:schemeClr val="tx1"/>
                </a:solidFill>
              </a:rPr>
              <a:t>FAB + LAB</a:t>
            </a:r>
            <a:endParaRPr lang="nl-NL" sz="1400" i="1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7ACF7F4-FD9B-7377-AB9F-DA3272879555}"/>
              </a:ext>
            </a:extLst>
          </p:cNvPr>
          <p:cNvSpPr/>
          <p:nvPr/>
        </p:nvSpPr>
        <p:spPr>
          <a:xfrm>
            <a:off x="2110275" y="1939145"/>
            <a:ext cx="2552047" cy="104909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EUV Factory (EF)</a:t>
            </a:r>
            <a:endParaRPr lang="nl-NL" sz="140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570AB3-FACA-584D-B37F-A9AC8056FA15}"/>
              </a:ext>
            </a:extLst>
          </p:cNvPr>
          <p:cNvSpPr/>
          <p:nvPr/>
        </p:nvSpPr>
        <p:spPr>
          <a:xfrm>
            <a:off x="2114112" y="3902081"/>
            <a:ext cx="2548210" cy="324448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Motion Factory (MF) </a:t>
            </a:r>
            <a:endParaRPr lang="nl-NL" sz="1400">
              <a:solidFill>
                <a:schemeClr val="tx1"/>
              </a:solidFill>
            </a:endParaRPr>
          </a:p>
        </p:txBody>
      </p:sp>
      <p:sp>
        <p:nvSpPr>
          <p:cNvPr id="46" name="Rectangle 45">
            <a:hlinkClick r:id="" action="ppaction://noaction"/>
            <a:extLst>
              <a:ext uri="{FF2B5EF4-FFF2-40B4-BE49-F238E27FC236}">
                <a16:creationId xmlns:a16="http://schemas.microsoft.com/office/drawing/2014/main" id="{C43EF2FD-EDC7-4C5B-A5AE-B727DBE8E828}"/>
              </a:ext>
            </a:extLst>
          </p:cNvPr>
          <p:cNvSpPr/>
          <p:nvPr/>
        </p:nvSpPr>
        <p:spPr>
          <a:xfrm>
            <a:off x="4716311" y="792570"/>
            <a:ext cx="1078620" cy="2195670"/>
          </a:xfrm>
          <a:prstGeom prst="rect">
            <a:avLst/>
          </a:prstGeom>
          <a:solidFill>
            <a:srgbClr val="2E25AB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bg1"/>
                </a:solidFill>
              </a:rPr>
              <a:t>Assemblers</a:t>
            </a:r>
            <a:endParaRPr lang="nl-NL" sz="130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CA97A0F-33C1-4060-B823-91CAF26B50DB}"/>
              </a:ext>
            </a:extLst>
          </p:cNvPr>
          <p:cNvSpPr/>
          <p:nvPr/>
        </p:nvSpPr>
        <p:spPr>
          <a:xfrm>
            <a:off x="4696180" y="3037227"/>
            <a:ext cx="7084783" cy="3674041"/>
          </a:xfrm>
          <a:prstGeom prst="rect">
            <a:avLst/>
          </a:prstGeom>
          <a:solidFill>
            <a:srgbClr val="E0E1E3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10069F"/>
                </a:solidFill>
              </a:rPr>
              <a:t>Future Initiatives</a:t>
            </a:r>
            <a:endParaRPr lang="nl-NL" sz="1400">
              <a:solidFill>
                <a:srgbClr val="10069F"/>
              </a:solidFill>
            </a:endParaRPr>
          </a:p>
        </p:txBody>
      </p:sp>
      <p:sp>
        <p:nvSpPr>
          <p:cNvPr id="47" name="Rectangle 46">
            <a:hlinkClick r:id="" action="ppaction://noaction"/>
            <a:extLst>
              <a:ext uri="{FF2B5EF4-FFF2-40B4-BE49-F238E27FC236}">
                <a16:creationId xmlns:a16="http://schemas.microsoft.com/office/drawing/2014/main" id="{EE5C5D79-E39C-4391-A84D-FE69A1CE6866}"/>
              </a:ext>
            </a:extLst>
          </p:cNvPr>
          <p:cNvSpPr/>
          <p:nvPr/>
        </p:nvSpPr>
        <p:spPr>
          <a:xfrm>
            <a:off x="6790138" y="812367"/>
            <a:ext cx="936474" cy="21786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bg1"/>
                </a:solidFill>
              </a:rPr>
              <a:t>Factory Logistics*</a:t>
            </a:r>
            <a:endParaRPr lang="nl-NL" sz="1300">
              <a:solidFill>
                <a:schemeClr val="bg1"/>
              </a:solidFill>
            </a:endParaRPr>
          </a:p>
        </p:txBody>
      </p:sp>
      <p:sp>
        <p:nvSpPr>
          <p:cNvPr id="60" name="Content Placeholder 18">
            <a:extLst>
              <a:ext uri="{FF2B5EF4-FFF2-40B4-BE49-F238E27FC236}">
                <a16:creationId xmlns:a16="http://schemas.microsoft.com/office/drawing/2014/main" id="{F138214E-69A9-4584-A35C-1481AD18C692}"/>
              </a:ext>
            </a:extLst>
          </p:cNvPr>
          <p:cNvSpPr txBox="1">
            <a:spLocks/>
          </p:cNvSpPr>
          <p:nvPr/>
        </p:nvSpPr>
        <p:spPr>
          <a:xfrm>
            <a:off x="8740456" y="7662"/>
            <a:ext cx="3188924" cy="2577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725" indent="-339725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86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32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76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ct val="90000"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220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arabicPeriod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64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AutoNum type="romanLcPeriod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90800" indent="-28440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37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nl-NL" sz="1400" b="1">
                <a:highlight>
                  <a:srgbClr val="FFFF00"/>
                </a:highlight>
              </a:rPr>
            </a:br>
            <a:br>
              <a:rPr lang="nl-NL" sz="1400" b="1">
                <a:highlight>
                  <a:srgbClr val="FFFF00"/>
                </a:highlight>
              </a:rPr>
            </a:br>
            <a:endParaRPr lang="nl-NL" sz="1400">
              <a:highlight>
                <a:srgbClr val="FFFF00"/>
              </a:highlight>
            </a:endParaRPr>
          </a:p>
          <a:p>
            <a:endParaRPr lang="nl-NL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102747-2889-0BAA-A43D-58E4DBF129C0}"/>
              </a:ext>
            </a:extLst>
          </p:cNvPr>
          <p:cNvSpPr/>
          <p:nvPr/>
        </p:nvSpPr>
        <p:spPr>
          <a:xfrm>
            <a:off x="4716310" y="87119"/>
            <a:ext cx="7064653" cy="40184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09">
              <a:defRPr/>
            </a:pPr>
            <a:r>
              <a:rPr lang="en-US">
                <a:solidFill>
                  <a:srgbClr val="000000"/>
                </a:solidFill>
                <a:latin typeface="Arial"/>
                <a:ea typeface="Microsoft JhengHei"/>
                <a:cs typeface="Arial"/>
              </a:rPr>
              <a:t>       LEGEND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97A215D-B6FF-7710-C9B6-A91D6EC06997}"/>
              </a:ext>
            </a:extLst>
          </p:cNvPr>
          <p:cNvSpPr/>
          <p:nvPr/>
        </p:nvSpPr>
        <p:spPr>
          <a:xfrm>
            <a:off x="6140831" y="153804"/>
            <a:ext cx="1801708" cy="257738"/>
          </a:xfrm>
          <a:prstGeom prst="rect">
            <a:avLst/>
          </a:prstGeom>
          <a:solidFill>
            <a:srgbClr val="2E25AB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FINISHED</a:t>
            </a:r>
            <a:endParaRPr lang="nl-NL" sz="140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78912D-431C-DD78-279B-4A270CBF0F7B}"/>
              </a:ext>
            </a:extLst>
          </p:cNvPr>
          <p:cNvSpPr/>
          <p:nvPr/>
        </p:nvSpPr>
        <p:spPr>
          <a:xfrm>
            <a:off x="9964060" y="795607"/>
            <a:ext cx="1816904" cy="2366919"/>
          </a:xfrm>
          <a:prstGeom prst="rect">
            <a:avLst/>
          </a:prstGeom>
          <a:solidFill>
            <a:srgbClr val="E0E1E3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en-US" sz="1200" b="1">
                <a:solidFill>
                  <a:srgbClr val="10069F"/>
                </a:solidFill>
              </a:rPr>
            </a:br>
            <a:br>
              <a:rPr lang="en-US" sz="1200" b="1">
                <a:solidFill>
                  <a:srgbClr val="10069F"/>
                </a:solidFill>
              </a:rPr>
            </a:br>
            <a:br>
              <a:rPr lang="en-US" sz="1200" b="1">
                <a:solidFill>
                  <a:srgbClr val="10069F"/>
                </a:solidFill>
              </a:rPr>
            </a:br>
            <a:r>
              <a:rPr lang="en-US" sz="1200" b="1">
                <a:solidFill>
                  <a:srgbClr val="10069F"/>
                </a:solidFill>
              </a:rPr>
              <a:t>Build</a:t>
            </a:r>
            <a:r>
              <a:rPr lang="en-US" sz="1200">
                <a:solidFill>
                  <a:srgbClr val="10069F"/>
                </a:solidFill>
              </a:rPr>
              <a:t>: Testers</a:t>
            </a:r>
          </a:p>
          <a:p>
            <a:r>
              <a:rPr lang="en-US" sz="1200" b="1">
                <a:solidFill>
                  <a:srgbClr val="10069F"/>
                </a:solidFill>
              </a:rPr>
              <a:t>Engineering</a:t>
            </a:r>
            <a:r>
              <a:rPr lang="en-US" sz="1200">
                <a:solidFill>
                  <a:srgbClr val="10069F"/>
                </a:solidFill>
              </a:rPr>
              <a:t>: Quality and Competence Engineers </a:t>
            </a:r>
          </a:p>
          <a:p>
            <a:r>
              <a:rPr lang="en-US" sz="1200" b="1">
                <a:solidFill>
                  <a:srgbClr val="10069F"/>
                </a:solidFill>
              </a:rPr>
              <a:t>Install</a:t>
            </a:r>
            <a:r>
              <a:rPr lang="en-US" sz="1200">
                <a:solidFill>
                  <a:srgbClr val="10069F"/>
                </a:solidFill>
              </a:rPr>
              <a:t>: System Install Owners</a:t>
            </a:r>
          </a:p>
          <a:p>
            <a:r>
              <a:rPr lang="en-US" sz="1200" b="1">
                <a:solidFill>
                  <a:srgbClr val="10069F"/>
                </a:solidFill>
              </a:rPr>
              <a:t>Other: </a:t>
            </a:r>
            <a:r>
              <a:rPr lang="en-US" sz="1200">
                <a:solidFill>
                  <a:srgbClr val="10069F"/>
                </a:solidFill>
              </a:rPr>
              <a:t>Production Planning**, Module and System Owners, Technical Authors</a:t>
            </a:r>
            <a:br>
              <a:rPr lang="en-US" sz="1200">
                <a:solidFill>
                  <a:srgbClr val="10069F"/>
                </a:solidFill>
              </a:rPr>
            </a:br>
            <a:br>
              <a:rPr lang="en-US" sz="1200">
                <a:solidFill>
                  <a:srgbClr val="10069F"/>
                </a:solidFill>
              </a:rPr>
            </a:br>
            <a:br>
              <a:rPr lang="en-US" sz="1200">
                <a:solidFill>
                  <a:srgbClr val="10069F"/>
                </a:solidFill>
              </a:rPr>
            </a:br>
            <a:br>
              <a:rPr lang="en-US" sz="1200">
                <a:solidFill>
                  <a:srgbClr val="10069F"/>
                </a:solidFill>
              </a:rPr>
            </a:br>
            <a:endParaRPr lang="en-US" sz="1200">
              <a:solidFill>
                <a:srgbClr val="10069F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E50CF9-A00F-F96E-17DF-16609916906E}"/>
              </a:ext>
            </a:extLst>
          </p:cNvPr>
          <p:cNvSpPr/>
          <p:nvPr/>
        </p:nvSpPr>
        <p:spPr>
          <a:xfrm>
            <a:off x="2106438" y="3531245"/>
            <a:ext cx="2552047" cy="326938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Global Reuse Center (GRC)</a:t>
            </a:r>
            <a:endParaRPr lang="nl-NL" sz="1400">
              <a:solidFill>
                <a:schemeClr val="tx1"/>
              </a:solidFill>
            </a:endParaRP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1EB24789-27BD-E51B-F3E0-73B7CDC61AFB}"/>
              </a:ext>
            </a:extLst>
          </p:cNvPr>
          <p:cNvSpPr/>
          <p:nvPr/>
        </p:nvSpPr>
        <p:spPr>
          <a:xfrm>
            <a:off x="7760598" y="808038"/>
            <a:ext cx="979858" cy="1068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bg1"/>
                </a:solidFill>
              </a:rPr>
              <a:t>Support Engineers (TS)</a:t>
            </a:r>
            <a:endParaRPr lang="nl-NL" sz="1300">
              <a:solidFill>
                <a:schemeClr val="bg1"/>
              </a:solidFill>
            </a:endParaRPr>
          </a:p>
        </p:txBody>
      </p:sp>
      <p:sp>
        <p:nvSpPr>
          <p:cNvPr id="12" name="Rectangle 11">
            <a:hlinkClick r:id="" action="ppaction://noaction"/>
            <a:extLst>
              <a:ext uri="{FF2B5EF4-FFF2-40B4-BE49-F238E27FC236}">
                <a16:creationId xmlns:a16="http://schemas.microsoft.com/office/drawing/2014/main" id="{8699B966-0F83-C904-6F32-E4E819F53E23}"/>
              </a:ext>
            </a:extLst>
          </p:cNvPr>
          <p:cNvSpPr/>
          <p:nvPr/>
        </p:nvSpPr>
        <p:spPr>
          <a:xfrm>
            <a:off x="8785471" y="804808"/>
            <a:ext cx="1133573" cy="2186172"/>
          </a:xfrm>
          <a:prstGeom prst="rect">
            <a:avLst/>
          </a:prstGeom>
          <a:solidFill>
            <a:srgbClr val="C1BDFC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accent1"/>
                </a:solidFill>
              </a:rPr>
              <a:t>Competence Engineers</a:t>
            </a:r>
            <a:endParaRPr lang="nl-NL" sz="1300">
              <a:solidFill>
                <a:schemeClr val="accent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124569-42EE-B46B-F576-8C975C64DFA8}"/>
              </a:ext>
            </a:extLst>
          </p:cNvPr>
          <p:cNvSpPr/>
          <p:nvPr/>
        </p:nvSpPr>
        <p:spPr>
          <a:xfrm>
            <a:off x="2110275" y="3045182"/>
            <a:ext cx="2542946" cy="43708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Manufacturing Services (MS)</a:t>
            </a:r>
            <a:endParaRPr lang="nl-NL" sz="1400">
              <a:solidFill>
                <a:schemeClr val="tx1"/>
              </a:solidFill>
            </a:endParaRPr>
          </a:p>
        </p:txBody>
      </p:sp>
      <p:sp>
        <p:nvSpPr>
          <p:cNvPr id="32" name="Rectangle 31">
            <a:hlinkClick r:id="" action="ppaction://noaction"/>
            <a:extLst>
              <a:ext uri="{FF2B5EF4-FFF2-40B4-BE49-F238E27FC236}">
                <a16:creationId xmlns:a16="http://schemas.microsoft.com/office/drawing/2014/main" id="{431670DA-0EEF-51DF-5855-EDC5E8F16BF2}"/>
              </a:ext>
            </a:extLst>
          </p:cNvPr>
          <p:cNvSpPr/>
          <p:nvPr/>
        </p:nvSpPr>
        <p:spPr>
          <a:xfrm>
            <a:off x="5821103" y="795609"/>
            <a:ext cx="936473" cy="2193769"/>
          </a:xfrm>
          <a:prstGeom prst="rect">
            <a:avLst/>
          </a:prstGeom>
          <a:solidFill>
            <a:srgbClr val="2E25AB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bg1"/>
                </a:solidFill>
              </a:rPr>
              <a:t>Sequence Engineers</a:t>
            </a:r>
            <a:endParaRPr lang="nl-NL" sz="130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1D74D3-FC47-D029-2E4E-A78CAAECAE88}"/>
              </a:ext>
            </a:extLst>
          </p:cNvPr>
          <p:cNvSpPr/>
          <p:nvPr/>
        </p:nvSpPr>
        <p:spPr>
          <a:xfrm>
            <a:off x="8016347" y="154262"/>
            <a:ext cx="1801708" cy="2619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accent1"/>
                </a:solidFill>
              </a:rPr>
              <a:t>STARTED</a:t>
            </a:r>
            <a:endParaRPr lang="nl-NL" sz="1400">
              <a:solidFill>
                <a:schemeClr val="accent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4C6E55-0951-A5D1-0D2A-30205C621AFA}"/>
              </a:ext>
            </a:extLst>
          </p:cNvPr>
          <p:cNvSpPr/>
          <p:nvPr/>
        </p:nvSpPr>
        <p:spPr>
          <a:xfrm>
            <a:off x="9891863" y="154262"/>
            <a:ext cx="1801708" cy="2619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accent1"/>
                </a:solidFill>
              </a:rPr>
              <a:t>FUTURE</a:t>
            </a:r>
            <a:endParaRPr lang="nl-NL" sz="1400">
              <a:solidFill>
                <a:schemeClr val="accen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1D5A99-A33B-D802-DFFD-09F0E2BA6CD2}"/>
              </a:ext>
            </a:extLst>
          </p:cNvPr>
          <p:cNvSpPr txBox="1"/>
          <p:nvPr/>
        </p:nvSpPr>
        <p:spPr>
          <a:xfrm>
            <a:off x="7825961" y="499174"/>
            <a:ext cx="6156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accent3"/>
                </a:solidFill>
              </a:rPr>
              <a:t>-- Order: T.B.D.! --</a:t>
            </a:r>
          </a:p>
        </p:txBody>
      </p:sp>
      <p:sp>
        <p:nvSpPr>
          <p:cNvPr id="2" name="Rectangle 1">
            <a:hlinkClick r:id="" action="ppaction://noaction"/>
            <a:extLst>
              <a:ext uri="{FF2B5EF4-FFF2-40B4-BE49-F238E27FC236}">
                <a16:creationId xmlns:a16="http://schemas.microsoft.com/office/drawing/2014/main" id="{846CE01C-1997-2A43-047D-59BF54BE0899}"/>
              </a:ext>
            </a:extLst>
          </p:cNvPr>
          <p:cNvSpPr/>
          <p:nvPr/>
        </p:nvSpPr>
        <p:spPr>
          <a:xfrm>
            <a:off x="6793214" y="2988240"/>
            <a:ext cx="933398" cy="494027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00">
              <a:solidFill>
                <a:schemeClr val="accent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025506-31EC-F818-7AC8-22042BC981EF}"/>
              </a:ext>
            </a:extLst>
          </p:cNvPr>
          <p:cNvCxnSpPr>
            <a:cxnSpLocks/>
          </p:cNvCxnSpPr>
          <p:nvPr/>
        </p:nvCxnSpPr>
        <p:spPr>
          <a:xfrm>
            <a:off x="6803142" y="3045182"/>
            <a:ext cx="908519" cy="429468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8D5D70-610A-7509-437D-972F1C0E76C8}"/>
              </a:ext>
            </a:extLst>
          </p:cNvPr>
          <p:cNvCxnSpPr>
            <a:cxnSpLocks/>
          </p:cNvCxnSpPr>
          <p:nvPr/>
        </p:nvCxnSpPr>
        <p:spPr>
          <a:xfrm>
            <a:off x="6802484" y="3157399"/>
            <a:ext cx="646066" cy="314306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0A00C9-4AFA-0881-F158-5C5B9D672F79}"/>
              </a:ext>
            </a:extLst>
          </p:cNvPr>
          <p:cNvCxnSpPr>
            <a:cxnSpLocks/>
          </p:cNvCxnSpPr>
          <p:nvPr/>
        </p:nvCxnSpPr>
        <p:spPr>
          <a:xfrm>
            <a:off x="6802483" y="3243946"/>
            <a:ext cx="489169" cy="247013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E72F6DB-BB50-0335-22CC-EFA55E833AA5}"/>
              </a:ext>
            </a:extLst>
          </p:cNvPr>
          <p:cNvCxnSpPr>
            <a:cxnSpLocks/>
          </p:cNvCxnSpPr>
          <p:nvPr/>
        </p:nvCxnSpPr>
        <p:spPr>
          <a:xfrm>
            <a:off x="7044371" y="3043452"/>
            <a:ext cx="686228" cy="332416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5417BC-F4F9-7B54-10FD-224394CFCC0E}"/>
              </a:ext>
            </a:extLst>
          </p:cNvPr>
          <p:cNvCxnSpPr>
            <a:cxnSpLocks/>
            <a:endCxn id="2" idx="3"/>
          </p:cNvCxnSpPr>
          <p:nvPr/>
        </p:nvCxnSpPr>
        <p:spPr>
          <a:xfrm>
            <a:off x="7266870" y="3032890"/>
            <a:ext cx="459742" cy="202364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944A316-8D66-8BC0-25B5-F73F73238D24}"/>
              </a:ext>
            </a:extLst>
          </p:cNvPr>
          <p:cNvCxnSpPr>
            <a:cxnSpLocks/>
          </p:cNvCxnSpPr>
          <p:nvPr/>
        </p:nvCxnSpPr>
        <p:spPr>
          <a:xfrm>
            <a:off x="7522369" y="3034252"/>
            <a:ext cx="208229" cy="87567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029AB1C-056A-36AA-6985-73A9F95856D4}"/>
              </a:ext>
            </a:extLst>
          </p:cNvPr>
          <p:cNvCxnSpPr>
            <a:cxnSpLocks/>
          </p:cNvCxnSpPr>
          <p:nvPr/>
        </p:nvCxnSpPr>
        <p:spPr>
          <a:xfrm>
            <a:off x="6802483" y="3367453"/>
            <a:ext cx="215061" cy="104252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964B7A-AF67-5BB8-7766-98EA3EE14BEA}"/>
              </a:ext>
            </a:extLst>
          </p:cNvPr>
          <p:cNvSpPr txBox="1"/>
          <p:nvPr/>
        </p:nvSpPr>
        <p:spPr>
          <a:xfrm>
            <a:off x="8888873" y="6711268"/>
            <a:ext cx="1446045" cy="1023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 defTabSz="374400">
              <a:lnSpc>
                <a:spcPct val="95000"/>
              </a:lnSpc>
              <a:spcAft>
                <a:spcPts val="737"/>
              </a:spcAft>
            </a:pPr>
            <a:r>
              <a:rPr lang="en-US" sz="700"/>
              <a:t>* MH, MR, CRL, Shift Support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AB62EB-AE02-073E-C1A9-2CB67C9ECBC8}"/>
              </a:ext>
            </a:extLst>
          </p:cNvPr>
          <p:cNvSpPr txBox="1"/>
          <p:nvPr/>
        </p:nvSpPr>
        <p:spPr>
          <a:xfrm>
            <a:off x="10181418" y="6711268"/>
            <a:ext cx="1446045" cy="1023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 defTabSz="374400">
              <a:lnSpc>
                <a:spcPct val="95000"/>
              </a:lnSpc>
              <a:spcAft>
                <a:spcPts val="737"/>
              </a:spcAft>
            </a:pPr>
            <a:r>
              <a:rPr lang="en-US" sz="700"/>
              <a:t>** PP, Shift Support, Shift Planning</a:t>
            </a:r>
          </a:p>
        </p:txBody>
      </p:sp>
      <p:sp>
        <p:nvSpPr>
          <p:cNvPr id="13" name="Rectangle 12">
            <a:hlinkClick r:id="" action="ppaction://noaction"/>
            <a:extLst>
              <a:ext uri="{FF2B5EF4-FFF2-40B4-BE49-F238E27FC236}">
                <a16:creationId xmlns:a16="http://schemas.microsoft.com/office/drawing/2014/main" id="{07739739-4340-9B91-6788-D352A3C70832}"/>
              </a:ext>
            </a:extLst>
          </p:cNvPr>
          <p:cNvSpPr/>
          <p:nvPr/>
        </p:nvSpPr>
        <p:spPr>
          <a:xfrm>
            <a:off x="4719321" y="5421731"/>
            <a:ext cx="7061642" cy="283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accent1"/>
                </a:solidFill>
              </a:rPr>
              <a:t>Investigation</a:t>
            </a:r>
            <a:endParaRPr lang="nl-NL" sz="1400">
              <a:solidFill>
                <a:schemeClr val="accent1"/>
              </a:solidFill>
            </a:endParaRPr>
          </a:p>
        </p:txBody>
      </p:sp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21BCB2E0-D51E-DA8B-51AD-A224245A9813}"/>
              </a:ext>
            </a:extLst>
          </p:cNvPr>
          <p:cNvSpPr/>
          <p:nvPr/>
        </p:nvSpPr>
        <p:spPr>
          <a:xfrm>
            <a:off x="7772048" y="1893448"/>
            <a:ext cx="949772" cy="1094792"/>
          </a:xfrm>
          <a:prstGeom prst="rect">
            <a:avLst/>
          </a:prstGeom>
          <a:solidFill>
            <a:srgbClr val="C1BDFC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accent1"/>
                </a:solidFill>
              </a:rPr>
              <a:t>Support Engineers(FLS)</a:t>
            </a:r>
            <a:endParaRPr lang="nl-NL" sz="13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84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6" grpId="0" animBg="1"/>
      <p:bldP spid="47" grpId="0" animBg="1"/>
      <p:bldP spid="33" grpId="0" animBg="1"/>
      <p:bldP spid="34" grpId="0" animBg="1"/>
      <p:bldP spid="5" grpId="0" animBg="1"/>
      <p:bldP spid="11" grpId="0" animBg="1"/>
      <p:bldP spid="12" grpId="0" animBg="1"/>
      <p:bldP spid="32" grpId="0" animBg="1"/>
      <p:bldP spid="36" grpId="0" animBg="1"/>
      <p:bldP spid="37" grpId="0" animBg="1"/>
      <p:bldP spid="41" grpId="0"/>
      <p:bldP spid="2" grpId="0" animBg="1"/>
      <p:bldP spid="3" grpId="0"/>
      <p:bldP spid="23" grpId="0"/>
      <p:bldP spid="13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A972-78F0-A33D-6F71-36CAA36D5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4" y="433388"/>
            <a:ext cx="10858500" cy="742299"/>
          </a:xfrm>
        </p:spPr>
        <p:txBody>
          <a:bodyPr/>
          <a:lstStyle/>
          <a:p>
            <a:r>
              <a:rPr lang="en-US"/>
              <a:t>What is included in the Key User Organization (NL)? 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D5861-DC09-75D9-BCD2-D6DDF002C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SCOPE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3DCC5-7476-32E0-4155-B6D095D9AD7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fld id="{C14CD3A7-9E40-46FB-A41D-9CC29415685D}" type="datetime4">
              <a:rPr lang="en-US" smtClean="0"/>
              <a:pPr>
                <a:lnSpc>
                  <a:spcPct val="110000"/>
                </a:lnSpc>
                <a:spcAft>
                  <a:spcPts val="0"/>
                </a:spcAft>
              </a:pPr>
              <a:t>April 23,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41EAC-0D49-FDA3-9058-59CDB86274A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4F8C5-29EB-4621-9894-4477D8F82A1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/>
              <a:t>Page </a:t>
            </a:r>
            <a:fld id="{A2218858-49EA-4BF8-8EFE-B88A4580565A}" type="slidenum">
              <a:rPr smtClean="0"/>
              <a:pPr algn="r">
                <a:lnSpc>
                  <a:spcPct val="110000"/>
                </a:lnSpc>
                <a:spcAft>
                  <a:spcPts val="0"/>
                </a:spcAft>
              </a:pPr>
              <a:t>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819E4-8DCB-749D-75A2-1AD197CE0008}"/>
              </a:ext>
            </a:extLst>
          </p:cNvPr>
          <p:cNvSpPr txBox="1"/>
          <p:nvPr/>
        </p:nvSpPr>
        <p:spPr>
          <a:xfrm>
            <a:off x="494521" y="1464906"/>
            <a:ext cx="9020954" cy="88126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85750" indent="-285750">
              <a:lnSpc>
                <a:spcPct val="95000"/>
              </a:lnSpc>
              <a:spcAft>
                <a:spcPts val="737"/>
              </a:spcAft>
              <a:buFont typeface="Arial" panose="020B0604020202020204" pitchFamily="34" charset="0"/>
              <a:buChar char="•"/>
            </a:pPr>
            <a:r>
              <a:rPr lang="en-US" sz="1600" b="1"/>
              <a:t>Generic IT issues</a:t>
            </a:r>
            <a:r>
              <a:rPr lang="en-US" sz="1600"/>
              <a:t>: (1) </a:t>
            </a:r>
            <a:r>
              <a:rPr lang="en-US" b="0" i="0">
                <a:solidFill>
                  <a:srgbClr val="292929"/>
                </a:solidFill>
                <a:effectLst/>
                <a:latin typeface="+mj-lt"/>
              </a:rPr>
              <a:t>hardware issues or (2) issues related to Microsoft Office and/or Windows</a:t>
            </a:r>
            <a:endParaRPr lang="en-US" b="1" i="0">
              <a:solidFill>
                <a:srgbClr val="292929"/>
              </a:solidFill>
              <a:effectLst/>
              <a:latin typeface="+mj-lt"/>
            </a:endParaRPr>
          </a:p>
          <a:p>
            <a:pPr marL="285750" indent="-285750" algn="l" defTabSz="374400">
              <a:lnSpc>
                <a:spcPct val="95000"/>
              </a:lnSpc>
              <a:spcAft>
                <a:spcPts val="737"/>
              </a:spcAft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292929"/>
                </a:solidFill>
                <a:effectLst/>
                <a:latin typeface="+mj-lt"/>
              </a:rPr>
              <a:t>IT-managed applications used in Manufacturing</a:t>
            </a:r>
          </a:p>
          <a:p>
            <a:pPr marL="285750" indent="-285750" algn="l" defTabSz="374400">
              <a:lnSpc>
                <a:spcPct val="95000"/>
              </a:lnSpc>
              <a:spcAft>
                <a:spcPts val="737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292929"/>
                </a:solidFill>
                <a:latin typeface="+mj-lt"/>
              </a:rPr>
              <a:t>Applications used for all persona’s: </a:t>
            </a:r>
            <a:r>
              <a:rPr lang="en-US">
                <a:solidFill>
                  <a:srgbClr val="292929"/>
                </a:solidFill>
                <a:latin typeface="+mj-lt"/>
              </a:rPr>
              <a:t>ServiceNow, </a:t>
            </a:r>
            <a:r>
              <a:rPr lang="en-US" err="1">
                <a:solidFill>
                  <a:srgbClr val="292929"/>
                </a:solidFill>
                <a:latin typeface="+mj-lt"/>
              </a:rPr>
              <a:t>TimeWriting</a:t>
            </a:r>
            <a:r>
              <a:rPr lang="en-US">
                <a:solidFill>
                  <a:srgbClr val="292929"/>
                </a:solidFill>
                <a:latin typeface="+mj-lt"/>
              </a:rPr>
              <a:t>, IAM Portal, Spotfire</a:t>
            </a:r>
            <a:endParaRPr lang="en-US" i="0">
              <a:solidFill>
                <a:srgbClr val="292929"/>
              </a:solidFill>
              <a:effectLst/>
              <a:latin typeface="+mj-l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CA26DAB-3854-714F-98E7-EC5537CB9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49807"/>
              </p:ext>
            </p:extLst>
          </p:nvPr>
        </p:nvGraphicFramePr>
        <p:xfrm>
          <a:off x="385762" y="2798312"/>
          <a:ext cx="10858240" cy="2894838"/>
        </p:xfrm>
        <a:graphic>
          <a:graphicData uri="http://schemas.openxmlformats.org/drawingml/2006/table">
            <a:tbl>
              <a:tblPr/>
              <a:tblGrid>
                <a:gridCol w="544546">
                  <a:extLst>
                    <a:ext uri="{9D8B030D-6E8A-4147-A177-3AD203B41FA5}">
                      <a16:colId xmlns:a16="http://schemas.microsoft.com/office/drawing/2014/main" val="2430947426"/>
                    </a:ext>
                  </a:extLst>
                </a:gridCol>
                <a:gridCol w="4944474">
                  <a:extLst>
                    <a:ext uri="{9D8B030D-6E8A-4147-A177-3AD203B41FA5}">
                      <a16:colId xmlns:a16="http://schemas.microsoft.com/office/drawing/2014/main" val="3968787246"/>
                    </a:ext>
                  </a:extLst>
                </a:gridCol>
                <a:gridCol w="1677201">
                  <a:extLst>
                    <a:ext uri="{9D8B030D-6E8A-4147-A177-3AD203B41FA5}">
                      <a16:colId xmlns:a16="http://schemas.microsoft.com/office/drawing/2014/main" val="4216101294"/>
                    </a:ext>
                  </a:extLst>
                </a:gridCol>
                <a:gridCol w="1230673">
                  <a:extLst>
                    <a:ext uri="{9D8B030D-6E8A-4147-A177-3AD203B41FA5}">
                      <a16:colId xmlns:a16="http://schemas.microsoft.com/office/drawing/2014/main" val="3731698219"/>
                    </a:ext>
                  </a:extLst>
                </a:gridCol>
                <a:gridCol w="1230673">
                  <a:extLst>
                    <a:ext uri="{9D8B030D-6E8A-4147-A177-3AD203B41FA5}">
                      <a16:colId xmlns:a16="http://schemas.microsoft.com/office/drawing/2014/main" val="1045720448"/>
                    </a:ext>
                  </a:extLst>
                </a:gridCol>
                <a:gridCol w="1230673">
                  <a:extLst>
                    <a:ext uri="{9D8B030D-6E8A-4147-A177-3AD203B41FA5}">
                      <a16:colId xmlns:a16="http://schemas.microsoft.com/office/drawing/2014/main" val="1596163644"/>
                    </a:ext>
                  </a:extLst>
                </a:gridCol>
              </a:tblGrid>
              <a:tr h="2298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Meeting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Target audience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Invited as 'optional'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Status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 machine dossier?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19828"/>
                  </a:ext>
                </a:extLst>
              </a:tr>
              <a:tr h="4412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>
                          <a:latin typeface="Aptos Narrow" panose="020B0004020202020204" pitchFamily="34" charset="0"/>
                        </a:rPr>
                        <a:t>SFCPOM [POD, SQR, SAP Reporting], DN/MN Webform, DN Monitor, LoTo, ATT, SPC, Coach DPS [Coach, Comments Tool], Machine Dossier, ASML validation tool (to come)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Assemblers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Live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487702"/>
                  </a:ext>
                </a:extLst>
              </a:tr>
              <a:tr h="4670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7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SAP ME, GRE, Quintiq, SQR, GEAR, SAP Reporting, Indicenter, SAP ECC, production routing/kitting2, 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SE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TS (SAP ME, GRE, GEAR)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Live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176537"/>
                  </a:ext>
                </a:extLst>
              </a:tr>
              <a:tr h="4670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7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Aptos Narrow" panose="020B0004020202020204" pitchFamily="34" charset="0"/>
                        </a:rPr>
                        <a:t>SAP (E)WM, D4E, DN/MN Webform, DN Monitor, SAP ECC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Factory </a:t>
                      </a:r>
                      <a:r>
                        <a:rPr lang="en-US" sz="1100" b="0" i="0" u="none" strike="noStrike" err="1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Logistcs</a:t>
                      </a:r>
                      <a:endParaRPr lang="en-US" sz="1100" b="0" i="0" u="none" strike="noStrike">
                        <a:solidFill>
                          <a:srgbClr val="0E284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Live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277560"/>
                  </a:ext>
                </a:extLst>
              </a:tr>
              <a:tr h="6158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Disturbance Management: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DN process, MTTR, ODR, SMS, SO Monitor, Machine Dossier (?), (LoTo)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Issue resolution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: Fishbone, PCS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TS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 (ODR, PCS)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Live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031032"/>
                  </a:ext>
                </a:extLst>
              </a:tr>
              <a:tr h="2206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 instructions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: Indicenter, Arbortext,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MoP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SoP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/WI, PCC, Comments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CE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N.A.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425935"/>
                  </a:ext>
                </a:extLst>
              </a:tr>
              <a:tr h="3401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Workprep / Execution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: ATP, SPC,  ATT, SAP reporting, AVT, Machine Dossier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CE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N.A.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7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7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17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4205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/////wUACg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wgNeS56UNhPliU/ek7ezZsEAAAAAAADAAAAAAADAAAAAwADAAAAAAD///////8DAAEA////////BQAAAAMAEAALb3GNR8nbO06wlWbepqJhVAQAAAABAAMAAAACAAMAAAAEAAQAAQD///////8FAAAABAAQAAuJ1VKXXHgBTqZ72IukpJwP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/GAMYAAAAFX2lkABAAAAAECA15LnpQ2E+WJT96Tt7NmwNEYXRhAFMAAAAIUHJlc2VudGF0aW9uU2Nhbm5lZEZvckxpbmtlZFNoYXBlcwAAAk51bWJlckZvcm1hdFNlcGFyYXRvck1vZGUACgAAAEF1dG9tYXRpYwAAAk5hbWUAJAAAAExpbmtlZFNoYXBlUHJlc2VudGF0aW9uU2V0dGluZ3NEYXRhABBWZXJzaW9uAAAAAAAJTGFzdFdyaXRlAMmFGFePAQAAAAEA/////4MAgwAAAAVfaWQAEAAAAARvcY1Hyds7TrCVZt6momFUA0RhdGEAGwAAAARMaW5rZWRTaGFwZURhdGEABQAAAAAAAk5hbWUAGQAAAExpbmtlZFNoYXBlc0RhdGFQcm9wZXJ0eQAQVmVyc2lvbgAAAAAACUxhc3RXcml0ZQCZhRhXjwEAAAACAP////+DAIMAAAAFX2lkABAAAAAEidVSl1x4AU6me9iLpKScDwNEYXRhABsAAAAETGlua2VkU2hhcGVEYXRhAAUAAAAAAAJOYW1lABkAAABMaW5rZWRTaGFwZXNEYXRhUHJvcGVydHkAEFZlcnNpb24AAQAAAAlMYXN0V3JpdGUAw4UYV48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9CwAAAAAAAAAAAAAgAf///////////////wAAAP///////////////wUAAAAC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DAAMAAwEDAAAAAwD///////8aAAZMaW5rZWRTaGFwZXNEYXRhUHJvcGVydHlfMAQAAAABAAUAAAACAAUAAAAEAAUAAAAAAAUAAAAEAAUAAAAAAAUAAAAEAAQAAwEDAAAABAD///////8aAAZMaW5rZWRTaGFwZXNEYXRhUHJvcGVydHlfMQQAAAACAAUAAAADAAUAAAABAAUAAAADAP///////wUAAAAD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507499761761779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Grid Support;"/>
  <p:tag name="MIO_USER_INPUT_OPTIONAL" val=" "/>
  <p:tag name="MIO_USER_INPUT_TEXT" val="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Grid Support;"/>
  <p:tag name="MIO_USER_INPUT_OPTIONAL" val=" "/>
  <p:tag name="MIO_USER_INPUT_FIXED" val="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27"/>
  <p:tag name="MIO_SHOW_DATE" val="True"/>
  <p:tag name="MIO_SHOW_FOOTER" val="True"/>
  <p:tag name="MIO_SHOW_PAGENUMBER" val="True"/>
  <p:tag name="MIO_AVOID_BLANK_LAYOUT" val="False"/>
  <p:tag name="MIO_CD_LAYOUT_VALID_AREA" val="False"/>
  <p:tag name="MIO_EMBED_FONT" val="False"/>
  <p:tag name="MIO_MATCH_COLOR_SCHEME" val="True"/>
  <p:tag name="MIO_NUMBER_OF_VALID_LAYOUTS" val="29"/>
  <p:tag name="MIO_HDS" val="True"/>
  <p:tag name="MIO_SKIPVERSION" val="01.01.0001 00:00:00"/>
  <p:tag name="MIO_EKGUID" val="101bf71b-ffc9-43c9-b0b7-cc5680e30b67"/>
  <p:tag name="MIO_UPDATE" val="True"/>
  <p:tag name="MIO_VERSION" val="14.09.2022 14:35:34"/>
  <p:tag name="MIO_DBID" val="0F45B44C-9BC7-4D85-81C4-7155EE70A7B9"/>
  <p:tag name="MIO_LASTDOWNLOADED" val="22.09.2022 09:25:21.875"/>
  <p:tag name="MIO_OBJECTNAME" val="ASML Master"/>
  <p:tag name="MIO_CDID" val="531547a1-6921-4a73-8514-e2d26a6e33a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Activate presentation support;"/>
  <p:tag name="MIO_USER_INPUT_OPTIONAL" val=" "/>
  <p:tag name="MIO_USER_INPUT_FIXED" val="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Activate presentation support;"/>
  <p:tag name="MIO_USER_INPUT_OPTIONAL" val=" "/>
  <p:tag name="MIO_USER_INPUT_FIXED" val="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how contact icons on closing slide(s);"/>
  <p:tag name="MIO_USER_INPUT_OPTIONAL" val=" "/>
  <p:tag name="MIO_USER_INPUT_FIXED" val="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how contact icons on closing slide(s);"/>
  <p:tag name="MIO_USER_INPUT_OPTIONAL" val=" "/>
  <p:tag name="MIO_USER_INPUT_FIXED" val="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how contact icons on closing slide(s);"/>
  <p:tag name="MIO_USER_INPUT_OPTIONAL" val=" "/>
  <p:tag name="MIO_USER_INPUT_FIXED" val="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how contact icons on closing slide(s);"/>
  <p:tag name="MIO_USER_INPUT_OPTIONAL" val=" "/>
  <p:tag name="MIO_USER_INPUT_FIXED" val="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16c0e1f2-1690-482a-8bc9-c6906de6ecdc"/>
  <p:tag name="MIO_EKGUID" val="65ecf4bc-92a2-4587-a729-f87578e8914e"/>
  <p:tag name="MIO_UPDATE" val="True"/>
  <p:tag name="MIO_VERSION" val="25.02.2022 13:37:45"/>
  <p:tag name="MIO_DBID" val="0F45B44C-9BC7-4D85-81C4-7155EE70A7B9"/>
  <p:tag name="MIO_LASTDOWNLOADED" val="04.07.2023 10:42:27.706"/>
  <p:tag name="MIO_OBJECTNAME" val="Milestones"/>
  <p:tag name="MIO_LASTEDITORNAME" val=" Tim Türg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b05e5efb-8590-48b1-872b-23e33104682f"/>
  <p:tag name="MIO_GUID" val="b49071e2-83f5-4301-aa32-4dc814830a27"/>
  <p:tag name="MIO_UPDATE" val="True"/>
  <p:tag name="MIO_VERSION" val="19.10.2021 09:58:54"/>
  <p:tag name="MIO_DBID" val="0F45B44C-9BC7-4D85-81C4-7155EE70A7B9"/>
  <p:tag name="MIO_LASTDOWNLOADED" val="04.07.2023 10:44:15.736"/>
  <p:tag name="MIO_OBJECTNAME" val="Awareness"/>
  <p:tag name="MIO_LASTEDITORNAME" val=" Tim Türg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b93a771b-d730-4e6c-86e9-50a7ad2adf6a"/>
  <p:tag name="MIO_GUID" val="8fb2fce1-2d2e-4e9a-b3ff-abb38fe674fb"/>
  <p:tag name="MIO_UPDATE" val="True"/>
  <p:tag name="MIO_VERSION" val="19.10.2021 09:58:28"/>
  <p:tag name="MIO_DBID" val="0F45B44C-9BC7-4D85-81C4-7155EE70A7B9"/>
  <p:tag name="MIO_LASTDOWNLOADED" val="04.07.2023 10:44:37.546"/>
  <p:tag name="MIO_OBJECTNAME" val="Attendance"/>
  <p:tag name="MIO_LASTEDITORNAME" val=" Tim Türg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92b8c833-52d1-40b3-8267-176ffd73db8b"/>
  <p:tag name="MIO_GUID" val="44f0d931-5e67-4a67-8136-fe626735aac0"/>
  <p:tag name="MIO_UPDATE" val="True"/>
  <p:tag name="MIO_VERSION" val="19.10.2021 11:00:46"/>
  <p:tag name="MIO_DBID" val="0F45B44C-9BC7-4D85-81C4-7155EE70A7B9"/>
  <p:tag name="MIO_LASTDOWNLOADED" val="04.07.2023 10:46:19.013"/>
  <p:tag name="MIO_OBJECTNAME" val="Like thumbs up"/>
  <p:tag name="MIO_LASTEDITORNAME" val=" Tim Türg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6d1ace51-f42e-4d4c-969f-9ccfe105ecf0"/>
  <p:tag name="MIO_GUID" val="3f8069c5-e27c-4b99-bdd4-1386a5a6fc48"/>
  <p:tag name="MIO_UPDATE" val="True"/>
  <p:tag name="MIO_VERSION" val="19.10.2021 11:11:13"/>
  <p:tag name="MIO_DBID" val="0F45B44C-9BC7-4D85-81C4-7155EE70A7B9"/>
  <p:tag name="MIO_LASTDOWNLOADED" val="20.11.2021 09:57:40.139"/>
  <p:tag name="MIO_OBJECTNAME" val="Tech startup"/>
  <p:tag name="MIO_LASTEDITORNAME" val=" Tim Türg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568eed6-6dbe-4aac-9cb6-5e6e397f063a"/>
  <p:tag name="MIO_EKGUID" val="badb0afa-a005-40e7-b808-256fcd8cac51"/>
  <p:tag name="MIO_UPDATE" val="True"/>
  <p:tag name="MIO_VERSION" val="25.02.2022 13:44:59"/>
  <p:tag name="MIO_DBID" val="0F45B44C-9BC7-4D85-81C4-7155EE70A7B9"/>
  <p:tag name="MIO_LASTDOWNLOADED" val="01.09.2023 08:56:44.618"/>
  <p:tag name="MIO_OBJECTNAME" val="Infographic process"/>
  <p:tag name="MIO_LASTEDITORNAME" val=" Tim Türger"/>
</p:tagLst>
</file>

<file path=ppt/theme/theme1.xml><?xml version="1.0" encoding="utf-8"?>
<a:theme xmlns:a="http://schemas.openxmlformats.org/drawingml/2006/main" name="ASML Template 2021">
  <a:themeElements>
    <a:clrScheme name="ASML Template">
      <a:dk1>
        <a:srgbClr val="000000"/>
      </a:dk1>
      <a:lt1>
        <a:srgbClr val="FFFFFF"/>
      </a:lt1>
      <a:dk2>
        <a:srgbClr val="00A3E0"/>
      </a:dk2>
      <a:lt2>
        <a:srgbClr val="E0E1E3"/>
      </a:lt2>
      <a:accent1>
        <a:srgbClr val="10069F"/>
      </a:accent1>
      <a:accent2>
        <a:srgbClr val="5A5B5E"/>
      </a:accent2>
      <a:accent3>
        <a:srgbClr val="FF6A13"/>
      </a:accent3>
      <a:accent4>
        <a:srgbClr val="43B02A"/>
      </a:accent4>
      <a:accent5>
        <a:srgbClr val="FFD100"/>
      </a:accent5>
      <a:accent6>
        <a:srgbClr val="8031A7"/>
      </a:accent6>
      <a:hlink>
        <a:srgbClr val="00A3E0"/>
      </a:hlink>
      <a:folHlink>
        <a:srgbClr val="00A3E0"/>
      </a:folHlink>
    </a:clrScheme>
    <a:fontScheme name="ASML Template">
      <a:majorFont>
        <a:latin typeface="Arial"/>
        <a:ea typeface="Microsoft JhengHei"/>
        <a:cs typeface="Arial"/>
      </a:majorFont>
      <a:minorFont>
        <a:latin typeface="Arial"/>
        <a:ea typeface="Microsoft JhengHei"/>
        <a:cs typeface="Arial"/>
      </a:minorFont>
    </a:fontScheme>
    <a:fmtScheme name="ASML Templat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accent1"/>
        </a:solidFill>
        <a:solidFill>
          <a:schemeClr val="accent2"/>
        </a:soli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 algn="l" defTabSz="374400">
          <a:lnSpc>
            <a:spcPct val="95000"/>
          </a:lnSpc>
          <a:spcAft>
            <a:spcPts val="737"/>
          </a:spcAft>
          <a:defRPr sz="1600" dirty="0"/>
        </a:defPPr>
        <a:lvl1pPr marL="0" indent="0" algn="l" defTabSz="374400" rtl="0" eaLnBrk="1" latinLnBrk="0" hangingPunct="1">
          <a:lnSpc>
            <a:spcPct val="95000"/>
          </a:lnSpc>
          <a:spcBef>
            <a:spcPts val="369"/>
          </a:spcBef>
          <a:spcAft>
            <a:spcPts val="369"/>
          </a:spcAft>
          <a:buFontTx/>
          <a:buNone/>
          <a:defRPr sz="1600" kern="1200" baseline="0">
            <a:solidFill>
              <a:schemeClr val="tx1"/>
            </a:solidFill>
            <a:latin typeface="+mn-lt"/>
            <a:ea typeface="+mn-ea"/>
            <a:cs typeface="+mn-cs"/>
          </a:defRPr>
        </a:lvl1pPr>
        <a:lvl2pPr marL="0" indent="0" algn="l" defTabSz="374400" rtl="0" eaLnBrk="1" latinLnBrk="0" hangingPunct="1">
          <a:lnSpc>
            <a:spcPct val="95000"/>
          </a:lnSpc>
          <a:spcBef>
            <a:spcPts val="369"/>
          </a:spcBef>
          <a:spcAft>
            <a:spcPts val="369"/>
          </a:spcAft>
          <a:buFontTx/>
          <a:buNone/>
          <a:defRPr sz="1600" b="1" kern="1200" baseline="0">
            <a:solidFill>
              <a:schemeClr val="tx1"/>
            </a:solidFill>
            <a:latin typeface="+mn-lt"/>
            <a:ea typeface="+mn-ea"/>
            <a:cs typeface="+mn-cs"/>
          </a:defRPr>
        </a:lvl2pPr>
        <a:lvl3pPr marL="234000" indent="-234000" algn="l" defTabSz="374400" rtl="0" eaLnBrk="1" latinLnBrk="0" hangingPunct="1">
          <a:lnSpc>
            <a:spcPct val="95000"/>
          </a:lnSpc>
          <a:spcBef>
            <a:spcPts val="369"/>
          </a:spcBef>
          <a:spcAft>
            <a:spcPts val="369"/>
          </a:spcAft>
          <a:buSzPct val="110000"/>
          <a:buFont typeface="Arial" panose="020B0604020202020204" pitchFamily="34" charset="0"/>
          <a:buChar char="•"/>
          <a:defRPr sz="1600" kern="1200" baseline="0">
            <a:solidFill>
              <a:schemeClr val="tx1"/>
            </a:solidFill>
            <a:latin typeface="+mn-lt"/>
            <a:ea typeface="+mn-ea"/>
            <a:cs typeface="+mn-cs"/>
          </a:defRPr>
        </a:lvl3pPr>
        <a:lvl4pPr marL="468000" indent="-234000" algn="l" defTabSz="374400" rtl="0" eaLnBrk="1" latinLnBrk="0" hangingPunct="1">
          <a:lnSpc>
            <a:spcPct val="105000"/>
          </a:lnSpc>
          <a:spcBef>
            <a:spcPts val="200"/>
          </a:spcBef>
          <a:spcAft>
            <a:spcPts val="200"/>
          </a:spcAft>
          <a:buSzPct val="100000"/>
          <a:buFont typeface="Arial" panose="020B0604020202020204" pitchFamily="34" charset="0"/>
          <a:buChar char="•"/>
          <a:defRPr sz="1200" kern="1200" baseline="0">
            <a:solidFill>
              <a:schemeClr val="tx1"/>
            </a:solidFill>
            <a:latin typeface="+mn-lt"/>
            <a:ea typeface="+mn-ea"/>
            <a:cs typeface="+mn-cs"/>
          </a:defRPr>
        </a:lvl4pPr>
        <a:lvl5pPr marL="702000" indent="-234000" algn="l" defTabSz="374400" rtl="0" eaLnBrk="1" latinLnBrk="0" hangingPunct="1">
          <a:lnSpc>
            <a:spcPct val="110000"/>
          </a:lnSpc>
          <a:spcBef>
            <a:spcPts val="0"/>
          </a:spcBef>
          <a:spcAft>
            <a:spcPts val="0"/>
          </a:spcAft>
          <a:buSzPct val="90000"/>
          <a:buFont typeface="Arial" panose="020B0604020202020204" pitchFamily="34" charset="0"/>
          <a:buChar char="•"/>
          <a:defRPr sz="1000" kern="1200" baseline="0">
            <a:solidFill>
              <a:schemeClr val="tx1"/>
            </a:solidFill>
            <a:latin typeface="+mn-lt"/>
            <a:ea typeface="+mn-ea"/>
            <a:cs typeface="+mn-cs"/>
          </a:defRPr>
        </a:lvl5pPr>
        <a:lvl6pPr marL="234000" indent="-234000" algn="l" defTabSz="374400" rtl="0" eaLnBrk="1" latinLnBrk="0" hangingPunct="1">
          <a:lnSpc>
            <a:spcPct val="95000"/>
          </a:lnSpc>
          <a:spcBef>
            <a:spcPts val="369"/>
          </a:spcBef>
          <a:spcAft>
            <a:spcPts val="369"/>
          </a:spcAft>
          <a:buFont typeface="+mj-lt"/>
          <a:buAutoNum type="arabicPeriod"/>
          <a:defRPr sz="1600" kern="1200" baseline="0">
            <a:solidFill>
              <a:schemeClr val="tx1"/>
            </a:solidFill>
            <a:latin typeface="+mn-lt"/>
            <a:ea typeface="+mn-ea"/>
            <a:cs typeface="+mn-cs"/>
          </a:defRPr>
        </a:lvl6pPr>
        <a:lvl7pPr marL="468000" indent="-234000" algn="l" defTabSz="374400" rtl="0" eaLnBrk="1" latinLnBrk="0" hangingPunct="1">
          <a:lnSpc>
            <a:spcPct val="105000"/>
          </a:lnSpc>
          <a:spcBef>
            <a:spcPts val="200"/>
          </a:spcBef>
          <a:spcAft>
            <a:spcPts val="200"/>
          </a:spcAft>
          <a:buFont typeface="+mj-lt"/>
          <a:buAutoNum type="romanLcPeriod"/>
          <a:defRPr sz="1200" kern="1200" baseline="0">
            <a:solidFill>
              <a:schemeClr val="tx1"/>
            </a:solidFill>
            <a:latin typeface="+mn-lt"/>
            <a:ea typeface="+mn-ea"/>
            <a:cs typeface="+mn-cs"/>
          </a:defRPr>
        </a:lvl7pPr>
        <a:lvl8pPr marL="0" indent="0" algn="l" defTabSz="374400" rtl="0" eaLnBrk="1" latinLnBrk="0" hangingPunct="1">
          <a:lnSpc>
            <a:spcPct val="105000"/>
          </a:lnSpc>
          <a:spcBef>
            <a:spcPts val="200"/>
          </a:spcBef>
          <a:spcAft>
            <a:spcPts val="200"/>
          </a:spcAft>
          <a:buFontTx/>
          <a:buNone/>
          <a:defRPr sz="1200" kern="1200" baseline="0">
            <a:solidFill>
              <a:schemeClr val="tx1"/>
            </a:solidFill>
            <a:latin typeface="+mn-lt"/>
            <a:ea typeface="+mn-ea"/>
            <a:cs typeface="+mn-cs"/>
          </a:defRPr>
        </a:lvl8pPr>
        <a:lvl9pPr marL="0" indent="0" algn="l" defTabSz="374400" rtl="0" eaLnBrk="1" latinLnBrk="0" hangingPunct="1">
          <a:lnSpc>
            <a:spcPct val="110000"/>
          </a:lnSpc>
          <a:spcBef>
            <a:spcPts val="0"/>
          </a:spcBef>
          <a:spcAft>
            <a:spcPts val="0"/>
          </a:spcAft>
          <a:buFontTx/>
          <a:buNone/>
          <a:defRPr sz="1000" kern="1200" baseline="0">
            <a:solidFill>
              <a:schemeClr val="tx1"/>
            </a:solidFill>
            <a:latin typeface="+mn-lt"/>
            <a:ea typeface="+mn-ea"/>
            <a:cs typeface="+mn-cs"/>
          </a:defRPr>
        </a:lvl9pPr>
      </a:lstStyle>
    </a:txDef>
  </a:objectDefaults>
  <a:extraClrSchemeLst/>
  <a:custClrLst>
    <a:custClr name="ASML Blue">
      <a:srgbClr val="10069F"/>
    </a:custClr>
    <a:custClr name="ASML Light Blue">
      <a:srgbClr val="00A3E0"/>
    </a:custClr>
    <a:custClr name="ASML Teal">
      <a:srgbClr val="00BFB3"/>
    </a:custClr>
    <a:custClr name="ASML Green">
      <a:srgbClr val="43B02A"/>
    </a:custClr>
    <a:custClr name="ASML Light Green">
      <a:srgbClr val="C4D600"/>
    </a:custClr>
    <a:custClr name="ASML Yellow">
      <a:srgbClr val="FFD100"/>
    </a:custClr>
    <a:custClr name="ASML Orange">
      <a:srgbClr val="FF6A13"/>
    </a:custClr>
    <a:custClr name="ASML Red">
      <a:srgbClr val="F00000"/>
    </a:custClr>
    <a:custClr name="ASML Magenta">
      <a:srgbClr val="DF1995"/>
    </a:custClr>
    <a:custClr name="ASML Violet">
      <a:srgbClr val="8031A7"/>
    </a:custClr>
    <a:custClr name="ASML Blue">
      <a:srgbClr val="10069F"/>
    </a:custClr>
    <a:custClr name="ASML Light Blue -30">
      <a:srgbClr val="50C0E6"/>
    </a:custClr>
    <a:custClr name="ASML Teal -30">
      <a:srgbClr val="55D1C9"/>
    </a:custClr>
    <a:custClr name="ASML Green -30">
      <a:srgbClr val="80C572"/>
    </a:custClr>
    <a:custClr name="ASML Light Green -30">
      <a:srgbClr val="D8DF60"/>
    </a:custClr>
    <a:custClr name="ASML Yellow -30">
      <a:srgbClr val="FEDC61"/>
    </a:custClr>
    <a:custClr name="ASML Orange -30">
      <a:srgbClr val="FD8B57"/>
    </a:custClr>
    <a:custClr name="ASML Red -30">
      <a:srgbClr val="F25052"/>
    </a:custClr>
    <a:custClr name="ASML Magenta -30">
      <a:srgbClr val="E565B3"/>
    </a:custClr>
    <a:custClr name="ASML Violet -30">
      <a:srgbClr val="A473BE"/>
    </a:custClr>
    <a:custClr name="ASML Blue">
      <a:srgbClr val="10069F"/>
    </a:custClr>
    <a:custClr name="ASML Light Blue +30">
      <a:srgbClr val="0089B7"/>
    </a:custClr>
    <a:custClr name="ASML Teal +30">
      <a:srgbClr val="199D97"/>
    </a:custClr>
    <a:custClr name="ASML Green +30">
      <a:srgbClr val="1D8E29"/>
    </a:custClr>
    <a:custClr name="ASML Light Green +30">
      <a:srgbClr val="9FAE38"/>
    </a:custClr>
    <a:custClr name="ASML Yellow +30">
      <a:srgbClr val="D0AD23"/>
    </a:custClr>
    <a:custClr name="ASML Orange +30">
      <a:srgbClr val="D04A1E"/>
    </a:custClr>
    <a:custClr name="ASML Red +30">
      <a:srgbClr val="C50E16"/>
    </a:custClr>
    <a:custClr name="ASML Magenta +30">
      <a:srgbClr val="BA1B7B"/>
    </a:custClr>
    <a:custClr name="ASML Violet +30">
      <a:srgbClr val="6B2C89"/>
    </a:custClr>
  </a:custClrLst>
  <a:extLst>
    <a:ext uri="{05A4C25C-085E-4340-85A3-A5531E510DB2}">
      <thm15:themeFamily xmlns:thm15="http://schemas.microsoft.com/office/thememl/2012/main" name="Default Theme" id="{5BC2B3DA-5D11-40B8-9522-C7648F25AD18}" vid="{74AB5485-24D2-4546-976F-AAD07B9C9D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00A3E0"/>
    </a:dk2>
    <a:lt2>
      <a:srgbClr val="E0E1E3"/>
    </a:lt2>
    <a:accent1>
      <a:srgbClr val="10069F"/>
    </a:accent1>
    <a:accent2>
      <a:srgbClr val="5A5B5E"/>
    </a:accent2>
    <a:accent3>
      <a:srgbClr val="FF6A13"/>
    </a:accent3>
    <a:accent4>
      <a:srgbClr val="43B02A"/>
    </a:accent4>
    <a:accent5>
      <a:srgbClr val="FFD100"/>
    </a:accent5>
    <a:accent6>
      <a:srgbClr val="8031A7"/>
    </a:accent6>
    <a:hlink>
      <a:srgbClr val="00A3E0"/>
    </a:hlink>
    <a:folHlink>
      <a:srgbClr val="00A3E0"/>
    </a:folHlink>
  </a:clrScheme>
</a:themeOverride>
</file>

<file path=ppt/theme/themeOverride2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00A3E0"/>
    </a:dk2>
    <a:lt2>
      <a:srgbClr val="E0E1E3"/>
    </a:lt2>
    <a:accent1>
      <a:srgbClr val="10069F"/>
    </a:accent1>
    <a:accent2>
      <a:srgbClr val="5A5B5E"/>
    </a:accent2>
    <a:accent3>
      <a:srgbClr val="FF6A13"/>
    </a:accent3>
    <a:accent4>
      <a:srgbClr val="43B02A"/>
    </a:accent4>
    <a:accent5>
      <a:srgbClr val="FFD100"/>
    </a:accent5>
    <a:accent6>
      <a:srgbClr val="8031A7"/>
    </a:accent6>
    <a:hlink>
      <a:srgbClr val="00A3E0"/>
    </a:hlink>
    <a:folHlink>
      <a:srgbClr val="00A3E0"/>
    </a:folHlink>
  </a:clrScheme>
</a:themeOverride>
</file>

<file path=ppt/theme/themeOverride3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00A3E0"/>
    </a:dk2>
    <a:lt2>
      <a:srgbClr val="E0E1E3"/>
    </a:lt2>
    <a:accent1>
      <a:srgbClr val="10069F"/>
    </a:accent1>
    <a:accent2>
      <a:srgbClr val="5A5B5E"/>
    </a:accent2>
    <a:accent3>
      <a:srgbClr val="FF6A13"/>
    </a:accent3>
    <a:accent4>
      <a:srgbClr val="43B02A"/>
    </a:accent4>
    <a:accent5>
      <a:srgbClr val="FFD100"/>
    </a:accent5>
    <a:accent6>
      <a:srgbClr val="8031A7"/>
    </a:accent6>
    <a:hlink>
      <a:srgbClr val="00A3E0"/>
    </a:hlink>
    <a:folHlink>
      <a:srgbClr val="00A3E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cb6c5c-f05d-4008-b19e-622aabef6c1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1194A21F8A6C42ADE08C4F0908B889" ma:contentTypeVersion="13" ma:contentTypeDescription="Create a new document." ma:contentTypeScope="" ma:versionID="71f01fa220588e17da791b457bd172d2">
  <xsd:schema xmlns:xsd="http://www.w3.org/2001/XMLSchema" xmlns:xs="http://www.w3.org/2001/XMLSchema" xmlns:p="http://schemas.microsoft.com/office/2006/metadata/properties" xmlns:ns2="47cb6c5c-f05d-4008-b19e-622aabef6c1e" xmlns:ns3="864112e9-e14e-4441-b741-611b963255fd" targetNamespace="http://schemas.microsoft.com/office/2006/metadata/properties" ma:root="true" ma:fieldsID="f254897beee6810ed6dbcc1a21fd1ff3" ns2:_="" ns3:_="">
    <xsd:import namespace="47cb6c5c-f05d-4008-b19e-622aabef6c1e"/>
    <xsd:import namespace="864112e9-e14e-4441-b741-611b963255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b6c5c-f05d-4008-b19e-622aabef6c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bb7800a-9dd4-4efa-9404-7ac564e646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112e9-e14e-4441-b741-611b963255f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4B7709-129A-4E30-9FE4-0CE578E4D0E0}">
  <ds:schemaRefs>
    <ds:schemaRef ds:uri="47cb6c5c-f05d-4008-b19e-622aabef6c1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DE21923-A3BB-483F-AAF1-12764A2376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44B6B4-0D6A-48A7-AC26-ACFE80AE1E70}">
  <ds:schemaRefs>
    <ds:schemaRef ds:uri="47cb6c5c-f05d-4008-b19e-622aabef6c1e"/>
    <ds:schemaRef ds:uri="864112e9-e14e-4441-b741-611b963255f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1579</Words>
  <Application>Microsoft Office PowerPoint</Application>
  <PresentationFormat>Widescreen</PresentationFormat>
  <Paragraphs>263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ASML Template 2021</vt:lpstr>
      <vt:lpstr>Key Users within Manufacturing</vt:lpstr>
      <vt:lpstr>Key User to bridge the gap between end users and IT</vt:lpstr>
      <vt:lpstr>How to create value TOGETHER?</vt:lpstr>
      <vt:lpstr>Time Allocation Key User</vt:lpstr>
      <vt:lpstr>Time Allocation Key User</vt:lpstr>
      <vt:lpstr>Roll-out Key User Organization</vt:lpstr>
      <vt:lpstr>PowerPoint Presentation</vt:lpstr>
      <vt:lpstr>What is included in the Key User Organization (NL)?  </vt:lpstr>
    </vt:vector>
  </TitlesOfParts>
  <Company>ASML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Users within Manufacturing</dc:title>
  <dc:creator>Jordy van Os</dc:creator>
  <cp:lastModifiedBy>Cesar Garcia Bernal</cp:lastModifiedBy>
  <cp:revision>2</cp:revision>
  <dcterms:created xsi:type="dcterms:W3CDTF">2024-02-01T14:12:32Z</dcterms:created>
  <dcterms:modified xsi:type="dcterms:W3CDTF">2026-04-23T18:02:10Z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c18959a-f805-4b02-b465-c75c791063b3_Enabled">
    <vt:lpwstr>true</vt:lpwstr>
  </property>
  <property fmtid="{D5CDD505-2E9C-101B-9397-08002B2CF9AE}" pid="3" name="MSIP_Label_1c18959a-f805-4b02-b465-c75c791063b3_SetDate">
    <vt:lpwstr>2024-02-01T14:51:27Z</vt:lpwstr>
  </property>
  <property fmtid="{D5CDD505-2E9C-101B-9397-08002B2CF9AE}" pid="4" name="MSIP_Label_1c18959a-f805-4b02-b465-c75c791063b3_Method">
    <vt:lpwstr>Privileged</vt:lpwstr>
  </property>
  <property fmtid="{D5CDD505-2E9C-101B-9397-08002B2CF9AE}" pid="5" name="MSIP_Label_1c18959a-f805-4b02-b465-c75c791063b3_Name">
    <vt:lpwstr>1c18959a-f805-4b02-b465-c75c791063b3</vt:lpwstr>
  </property>
  <property fmtid="{D5CDD505-2E9C-101B-9397-08002B2CF9AE}" pid="6" name="MSIP_Label_1c18959a-f805-4b02-b465-c75c791063b3_SiteId">
    <vt:lpwstr>af73baa8-f594-4eb2-a39d-93e96cad61fc</vt:lpwstr>
  </property>
  <property fmtid="{D5CDD505-2E9C-101B-9397-08002B2CF9AE}" pid="7" name="MSIP_Label_1c18959a-f805-4b02-b465-c75c791063b3_ActionId">
    <vt:lpwstr>85838fa6-4ed7-4bff-bea3-56cdc2c070bf</vt:lpwstr>
  </property>
  <property fmtid="{D5CDD505-2E9C-101B-9397-08002B2CF9AE}" pid="8" name="MSIP_Label_1c18959a-f805-4b02-b465-c75c791063b3_ContentBits">
    <vt:lpwstr>2</vt:lpwstr>
  </property>
  <property fmtid="{D5CDD505-2E9C-101B-9397-08002B2CF9AE}" pid="9" name="ContentTypeId">
    <vt:lpwstr>0x010100531194A21F8A6C42ADE08C4F0908B889</vt:lpwstr>
  </property>
  <property fmtid="{D5CDD505-2E9C-101B-9397-08002B2CF9AE}" pid="10" name="MediaServiceImageTags">
    <vt:lpwstr/>
  </property>
</Properties>
</file>